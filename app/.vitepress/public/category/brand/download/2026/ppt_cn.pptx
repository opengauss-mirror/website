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8" r:id="rId1"/>
  </p:sldMasterIdLst>
  <p:sldIdLst>
    <p:sldId id="268" r:id="rId2"/>
    <p:sldId id="269" r:id="rId3"/>
    <p:sldId id="280" r:id="rId4"/>
    <p:sldId id="277" r:id="rId5"/>
    <p:sldId id="271" r:id="rId6"/>
    <p:sldId id="267" r:id="rId7"/>
    <p:sldId id="273" r:id="rId8"/>
    <p:sldId id="278" r:id="rId9"/>
    <p:sldId id="279" r:id="rId10"/>
    <p:sldId id="27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EFF"/>
    <a:srgbClr val="438CFF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99"/>
    <p:restoredTop sz="94674"/>
  </p:normalViewPr>
  <p:slideViewPr>
    <p:cSldViewPr snapToGrid="0" snapToObjects="1">
      <p:cViewPr varScale="1">
        <p:scale>
          <a:sx n="88" d="100"/>
          <a:sy n="88" d="100"/>
        </p:scale>
        <p:origin x="106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alphaModFix amt="5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86F640D-0E03-FAE7-7621-82E4D3E340E3}"/>
              </a:ext>
            </a:extLst>
          </p:cNvPr>
          <p:cNvSpPr/>
          <p:nvPr userDrawn="1"/>
        </p:nvSpPr>
        <p:spPr>
          <a:xfrm>
            <a:off x="5554980" y="2491740"/>
            <a:ext cx="1417320" cy="1325880"/>
          </a:xfrm>
          <a:prstGeom prst="rect">
            <a:avLst/>
          </a:prstGeom>
          <a:solidFill>
            <a:srgbClr val="F6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4826AEE-5BF3-7745-AC56-DE2A299F7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C6F580-4E4F-B34C-9918-323761508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159349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blipFill dpi="0" rotWithShape="1">
          <a:blip r:embed="rId2">
            <a:alphaModFix amt="5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A24AF69-6C10-0BD9-3B9A-825AD16CC79E}"/>
              </a:ext>
            </a:extLst>
          </p:cNvPr>
          <p:cNvSpPr/>
          <p:nvPr userDrawn="1"/>
        </p:nvSpPr>
        <p:spPr>
          <a:xfrm>
            <a:off x="5554980" y="2491740"/>
            <a:ext cx="1417320" cy="1325880"/>
          </a:xfrm>
          <a:prstGeom prst="rect">
            <a:avLst/>
          </a:prstGeom>
          <a:solidFill>
            <a:srgbClr val="F6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ctrTitle" hasCustomPrompt="1"/>
          </p:nvPr>
        </p:nvSpPr>
        <p:spPr>
          <a:xfrm>
            <a:off x="460623" y="1929126"/>
            <a:ext cx="11282400" cy="7488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 b="1" i="0" baseline="0">
                <a:solidFill>
                  <a:srgbClr val="2038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单击此处编辑主标题</a:t>
            </a:r>
          </a:p>
        </p:txBody>
      </p:sp>
      <p:sp>
        <p:nvSpPr>
          <p:cNvPr id="12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68000" y="2814451"/>
            <a:ext cx="11282400" cy="3719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100" b="0" i="0" baseline="0">
                <a:solidFill>
                  <a:srgbClr val="2038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单击此处编辑副标题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7EE465-BA7A-EC4D-83DA-B7964170BDF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001" y="3322935"/>
            <a:ext cx="11282400" cy="266432"/>
          </a:xfrm>
        </p:spPr>
        <p:txBody>
          <a:bodyPr/>
          <a:lstStyle>
            <a:lvl1pPr marL="0" indent="0">
              <a:buNone/>
              <a:defRPr sz="16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03703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2">
    <p:bg>
      <p:bgPr>
        <a:blipFill dpi="0" rotWithShape="1">
          <a:blip r:embed="rId2">
            <a:alphaModFix amt="5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60793" y="781931"/>
            <a:ext cx="11282028" cy="6480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3200" b="1" i="0" baseline="0">
                <a:solidFill>
                  <a:srgbClr val="2038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目录页</a:t>
            </a:r>
            <a:r>
              <a:rPr kumimoji="1" lang="en-US" altLang="zh-CN" dirty="0"/>
              <a:t>_2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half" idx="33" hasCustomPrompt="1"/>
          </p:nvPr>
        </p:nvSpPr>
        <p:spPr>
          <a:xfrm>
            <a:off x="1049191" y="1766133"/>
            <a:ext cx="2729376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400" b="1" i="0" baseline="0">
                <a:solidFill>
                  <a:srgbClr val="2038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单击此处编辑章节标题</a:t>
            </a:r>
          </a:p>
        </p:txBody>
      </p:sp>
      <p:sp>
        <p:nvSpPr>
          <p:cNvPr id="6" name="文本占位符 3"/>
          <p:cNvSpPr>
            <a:spLocks noGrp="1"/>
          </p:cNvSpPr>
          <p:nvPr>
            <p:ph type="body" sz="half" idx="34" hasCustomPrompt="1"/>
          </p:nvPr>
        </p:nvSpPr>
        <p:spPr>
          <a:xfrm>
            <a:off x="1049191" y="2078537"/>
            <a:ext cx="2729376" cy="1311686"/>
          </a:xfrm>
          <a:prstGeom prst="rect">
            <a:avLst/>
          </a:prstGeom>
        </p:spPr>
        <p:txBody>
          <a:bodyPr anchor="t">
            <a:noAutofit/>
          </a:bodyPr>
          <a:lstStyle>
            <a:lvl1pPr marL="171450" indent="-17145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i="0" baseline="0">
                <a:solidFill>
                  <a:srgbClr val="2038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01</a:t>
            </a:r>
          </a:p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02</a:t>
            </a:r>
          </a:p>
          <a:p>
            <a:pPr lvl="0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21" name="文本占位符 3"/>
          <p:cNvSpPr>
            <a:spLocks noGrp="1"/>
          </p:cNvSpPr>
          <p:nvPr>
            <p:ph type="body" sz="half" idx="21" hasCustomPrompt="1"/>
          </p:nvPr>
        </p:nvSpPr>
        <p:spPr>
          <a:xfrm>
            <a:off x="1049191" y="3993824"/>
            <a:ext cx="2729376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400" b="1" i="0" baseline="0">
                <a:solidFill>
                  <a:srgbClr val="2038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单击此处编辑章节标题</a:t>
            </a:r>
          </a:p>
        </p:txBody>
      </p:sp>
      <p:sp>
        <p:nvSpPr>
          <p:cNvPr id="22" name="文本占位符 3"/>
          <p:cNvSpPr>
            <a:spLocks noGrp="1"/>
          </p:cNvSpPr>
          <p:nvPr>
            <p:ph type="body" sz="half" idx="22" hasCustomPrompt="1"/>
          </p:nvPr>
        </p:nvSpPr>
        <p:spPr>
          <a:xfrm>
            <a:off x="1049191" y="4306228"/>
            <a:ext cx="2729376" cy="1311686"/>
          </a:xfrm>
          <a:prstGeom prst="rect">
            <a:avLst/>
          </a:prstGeom>
        </p:spPr>
        <p:txBody>
          <a:bodyPr anchor="t">
            <a:noAutofit/>
          </a:bodyPr>
          <a:lstStyle>
            <a:lvl1pPr marL="171450" indent="-17145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i="0" baseline="0">
                <a:solidFill>
                  <a:srgbClr val="2038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01</a:t>
            </a:r>
          </a:p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02</a:t>
            </a:r>
          </a:p>
          <a:p>
            <a:pPr lvl="0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62" name="文本占位符 3"/>
          <p:cNvSpPr>
            <a:spLocks noGrp="1"/>
          </p:cNvSpPr>
          <p:nvPr>
            <p:ph type="body" sz="half" idx="35" hasCustomPrompt="1"/>
          </p:nvPr>
        </p:nvSpPr>
        <p:spPr>
          <a:xfrm>
            <a:off x="4946930" y="1767602"/>
            <a:ext cx="2729376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400" b="1" i="0" baseline="0">
                <a:solidFill>
                  <a:srgbClr val="2038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单击此处编辑章节标题</a:t>
            </a:r>
          </a:p>
        </p:txBody>
      </p:sp>
      <p:sp>
        <p:nvSpPr>
          <p:cNvPr id="64" name="文本占位符 3"/>
          <p:cNvSpPr>
            <a:spLocks noGrp="1"/>
          </p:cNvSpPr>
          <p:nvPr>
            <p:ph type="body" sz="half" idx="36" hasCustomPrompt="1"/>
          </p:nvPr>
        </p:nvSpPr>
        <p:spPr>
          <a:xfrm>
            <a:off x="4946930" y="2077202"/>
            <a:ext cx="2729376" cy="1311686"/>
          </a:xfrm>
          <a:prstGeom prst="rect">
            <a:avLst/>
          </a:prstGeom>
        </p:spPr>
        <p:txBody>
          <a:bodyPr anchor="t">
            <a:noAutofit/>
          </a:bodyPr>
          <a:lstStyle>
            <a:lvl1pPr marL="171450" indent="-17145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i="0" baseline="0">
                <a:solidFill>
                  <a:srgbClr val="2038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01</a:t>
            </a:r>
          </a:p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02</a:t>
            </a:r>
          </a:p>
          <a:p>
            <a:pPr lvl="0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66" name="文本占位符 3"/>
          <p:cNvSpPr>
            <a:spLocks noGrp="1"/>
          </p:cNvSpPr>
          <p:nvPr>
            <p:ph type="body" sz="half" idx="37" hasCustomPrompt="1"/>
          </p:nvPr>
        </p:nvSpPr>
        <p:spPr>
          <a:xfrm>
            <a:off x="4946930" y="3993826"/>
            <a:ext cx="2729376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400" b="1" i="0" baseline="0">
                <a:solidFill>
                  <a:srgbClr val="2038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单击此处编辑章节标题</a:t>
            </a:r>
          </a:p>
        </p:txBody>
      </p:sp>
      <p:sp>
        <p:nvSpPr>
          <p:cNvPr id="67" name="文本占位符 3"/>
          <p:cNvSpPr>
            <a:spLocks noGrp="1"/>
          </p:cNvSpPr>
          <p:nvPr>
            <p:ph type="body" sz="half" idx="38" hasCustomPrompt="1"/>
          </p:nvPr>
        </p:nvSpPr>
        <p:spPr>
          <a:xfrm>
            <a:off x="4946930" y="4306230"/>
            <a:ext cx="2729376" cy="1311686"/>
          </a:xfrm>
          <a:prstGeom prst="rect">
            <a:avLst/>
          </a:prstGeom>
        </p:spPr>
        <p:txBody>
          <a:bodyPr anchor="t">
            <a:noAutofit/>
          </a:bodyPr>
          <a:lstStyle>
            <a:lvl1pPr marL="171450" indent="-17145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i="0" baseline="0">
                <a:solidFill>
                  <a:srgbClr val="2038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01</a:t>
            </a:r>
          </a:p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02</a:t>
            </a:r>
          </a:p>
          <a:p>
            <a:pPr lvl="0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23" name="文本占位符 3"/>
          <p:cNvSpPr>
            <a:spLocks noGrp="1"/>
          </p:cNvSpPr>
          <p:nvPr>
            <p:ph type="body" sz="half" idx="39" hasCustomPrompt="1"/>
          </p:nvPr>
        </p:nvSpPr>
        <p:spPr>
          <a:xfrm>
            <a:off x="9013445" y="1767600"/>
            <a:ext cx="2729376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400" b="1" i="0" baseline="0">
                <a:solidFill>
                  <a:srgbClr val="2038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单击此处编辑章节标题</a:t>
            </a:r>
          </a:p>
        </p:txBody>
      </p:sp>
      <p:sp>
        <p:nvSpPr>
          <p:cNvPr id="24" name="文本占位符 3"/>
          <p:cNvSpPr>
            <a:spLocks noGrp="1"/>
          </p:cNvSpPr>
          <p:nvPr>
            <p:ph type="body" sz="half" idx="40" hasCustomPrompt="1"/>
          </p:nvPr>
        </p:nvSpPr>
        <p:spPr>
          <a:xfrm>
            <a:off x="9013445" y="2077200"/>
            <a:ext cx="2729376" cy="1311686"/>
          </a:xfrm>
          <a:prstGeom prst="rect">
            <a:avLst/>
          </a:prstGeom>
        </p:spPr>
        <p:txBody>
          <a:bodyPr anchor="t">
            <a:noAutofit/>
          </a:bodyPr>
          <a:lstStyle>
            <a:lvl1pPr marL="171450" indent="-17145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i="0" baseline="0">
                <a:solidFill>
                  <a:srgbClr val="2038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01</a:t>
            </a:r>
          </a:p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02</a:t>
            </a:r>
          </a:p>
          <a:p>
            <a:pPr lvl="0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25" name="文本占位符 3"/>
          <p:cNvSpPr>
            <a:spLocks noGrp="1"/>
          </p:cNvSpPr>
          <p:nvPr>
            <p:ph type="body" sz="half" idx="41" hasCustomPrompt="1"/>
          </p:nvPr>
        </p:nvSpPr>
        <p:spPr>
          <a:xfrm>
            <a:off x="9013445" y="3993824"/>
            <a:ext cx="2729376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400" b="1" i="0" baseline="0">
                <a:solidFill>
                  <a:srgbClr val="2038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单击此处编辑章节标题</a:t>
            </a:r>
          </a:p>
        </p:txBody>
      </p:sp>
      <p:sp>
        <p:nvSpPr>
          <p:cNvPr id="26" name="文本占位符 3"/>
          <p:cNvSpPr>
            <a:spLocks noGrp="1"/>
          </p:cNvSpPr>
          <p:nvPr>
            <p:ph type="body" sz="half" idx="42" hasCustomPrompt="1"/>
          </p:nvPr>
        </p:nvSpPr>
        <p:spPr>
          <a:xfrm>
            <a:off x="9013445" y="4306228"/>
            <a:ext cx="2729376" cy="1311686"/>
          </a:xfrm>
          <a:prstGeom prst="rect">
            <a:avLst/>
          </a:prstGeom>
        </p:spPr>
        <p:txBody>
          <a:bodyPr anchor="t">
            <a:noAutofit/>
          </a:bodyPr>
          <a:lstStyle>
            <a:lvl1pPr marL="171450" indent="-17145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b="0" i="0" baseline="0">
                <a:solidFill>
                  <a:srgbClr val="20386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01</a:t>
            </a:r>
          </a:p>
          <a:p>
            <a:pPr lvl="0"/>
            <a:r>
              <a:rPr kumimoji="1" lang="zh-CN" altLang="en-US" dirty="0"/>
              <a:t>章节小标题</a:t>
            </a:r>
            <a:r>
              <a:rPr kumimoji="1" lang="en-US" altLang="zh-CN" dirty="0"/>
              <a:t>02</a:t>
            </a:r>
          </a:p>
          <a:p>
            <a:pPr lvl="0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4583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blipFill dpi="0" rotWithShape="1">
          <a:blip r:embed="rId2">
            <a:alphaModFix amt="5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penFuyao社区平台">
            <a:extLst>
              <a:ext uri="{FF2B5EF4-FFF2-40B4-BE49-F238E27FC236}">
                <a16:creationId xmlns:a16="http://schemas.microsoft.com/office/drawing/2014/main" id="{0274C56D-879E-5B42-9A68-AE76354F9708}"/>
              </a:ext>
            </a:extLst>
          </p:cNvPr>
          <p:cNvSpPr txBox="1"/>
          <p:nvPr userDrawn="1"/>
        </p:nvSpPr>
        <p:spPr>
          <a:xfrm>
            <a:off x="1003812" y="1108806"/>
            <a:ext cx="11152092" cy="595035"/>
          </a:xfrm>
          <a:prstGeom prst="rect">
            <a:avLst/>
          </a:prstGeom>
          <a:ln w="12700">
            <a:miter lim="400000"/>
          </a:ln>
        </p:spPr>
        <p:txBody>
          <a:bodyPr lIns="0" tIns="50800" rIns="50800" bIns="50800" anchor="ctr" anchorCtr="0">
            <a:spAutoFit/>
          </a:bodyPr>
          <a:lstStyle>
            <a:lvl1pPr marL="0" marR="0" indent="0" algn="ctr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000" b="1" i="0" u="none" strike="noStrike" cap="none" spc="-20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1pPr>
            <a:lvl2pPr marL="0" marR="0" indent="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2pPr>
            <a:lvl3pPr marL="0" marR="0" indent="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3pPr>
            <a:lvl4pPr marL="0" marR="0" indent="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4pPr>
            <a:lvl5pPr marL="0" marR="0" indent="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5pPr>
            <a:lvl6pPr marL="0" marR="0" indent="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6pPr>
            <a:lvl7pPr marL="0" marR="0" indent="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7pPr>
            <a:lvl8pPr marL="0" marR="0" indent="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8pPr>
            <a:lvl9pPr marL="0" marR="0" indent="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9pPr>
          </a:lstStyle>
          <a:p>
            <a:pPr algn="l" hangingPunct="1"/>
            <a:r>
              <a:rPr lang="zh-CN" altLang="en-US" sz="4000" spc="3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</a:t>
            </a:r>
          </a:p>
        </p:txBody>
      </p:sp>
      <p:sp>
        <p:nvSpPr>
          <p:cNvPr id="22" name="副标题 2">
            <a:extLst>
              <a:ext uri="{FF2B5EF4-FFF2-40B4-BE49-F238E27FC236}">
                <a16:creationId xmlns:a16="http://schemas.microsoft.com/office/drawing/2014/main" id="{45BC25ED-F49F-594B-AAF5-F1BF26D11DC8}"/>
              </a:ext>
            </a:extLst>
          </p:cNvPr>
          <p:cNvSpPr txBox="1"/>
          <p:nvPr userDrawn="1"/>
        </p:nvSpPr>
        <p:spPr>
          <a:xfrm>
            <a:off x="2429994" y="2369535"/>
            <a:ext cx="2142005" cy="35941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1800" dirty="0">
              <a:solidFill>
                <a:schemeClr val="tx1"/>
              </a:solidFill>
              <a:latin typeface="FZLanTingHeiS-DB-GB" panose="02000000000000000000" pitchFamily="2" charset="-122"/>
              <a:ea typeface="FZLanTingHeiS-DB-GB" panose="02000000000000000000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1C5756-963C-EF4E-B5BB-81C491CE06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39975" y="2278063"/>
            <a:ext cx="2232025" cy="3873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A310ADC4-49C1-014C-A348-B1AF6F4B7B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39975" y="3558226"/>
            <a:ext cx="2232025" cy="3873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687B24A8-B7EA-484E-B1AF-2CF68E5E87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39975" y="4774843"/>
            <a:ext cx="2232025" cy="3873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6" name="文本占位符 2">
            <a:extLst>
              <a:ext uri="{FF2B5EF4-FFF2-40B4-BE49-F238E27FC236}">
                <a16:creationId xmlns:a16="http://schemas.microsoft.com/office/drawing/2014/main" id="{24716D12-412A-E543-86E9-9E93A56725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4194" y="2236843"/>
            <a:ext cx="980741" cy="522889"/>
          </a:xfrm>
        </p:spPr>
        <p:txBody>
          <a:bodyPr>
            <a:noAutofit/>
          </a:bodyPr>
          <a:lstStyle>
            <a:lvl1pPr marL="0" indent="0">
              <a:buNone/>
              <a:defRPr sz="4000" b="1"/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5270B5E9-7414-E244-BEDC-3F680A80B2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2432" y="3490456"/>
            <a:ext cx="980741" cy="522889"/>
          </a:xfrm>
        </p:spPr>
        <p:txBody>
          <a:bodyPr>
            <a:noAutofit/>
          </a:bodyPr>
          <a:lstStyle>
            <a:lvl1pPr marL="0" indent="0">
              <a:buNone/>
              <a:defRPr sz="4000" b="1"/>
            </a:lvl1pPr>
          </a:lstStyle>
          <a:p>
            <a:pPr lvl="0"/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25" name="文本占位符 2">
            <a:extLst>
              <a:ext uri="{FF2B5EF4-FFF2-40B4-BE49-F238E27FC236}">
                <a16:creationId xmlns:a16="http://schemas.microsoft.com/office/drawing/2014/main" id="{D6D5B1F5-2086-1E47-A74F-CCCDF30CDE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04193" y="4708992"/>
            <a:ext cx="980741" cy="519052"/>
          </a:xfrm>
        </p:spPr>
        <p:txBody>
          <a:bodyPr>
            <a:noAutofit/>
          </a:bodyPr>
          <a:lstStyle>
            <a:lvl1pPr marL="0" indent="0">
              <a:buNone/>
              <a:defRPr sz="4000" b="1"/>
            </a:lvl1pPr>
          </a:lstStyle>
          <a:p>
            <a:pPr lvl="0"/>
            <a:r>
              <a:rPr kumimoji="1" lang="en-US" altLang="zh-CN" dirty="0"/>
              <a:t>03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337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alphaModFix amt="5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3379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bg>
      <p:bgPr>
        <a:blipFill dpi="0" rotWithShape="1">
          <a:blip r:embed="rId2">
            <a:alphaModFix amt="5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826AEE-5BF3-7745-AC56-DE2A299F7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C6F580-4E4F-B34C-9918-323761508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633233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alphaModFix amt="5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4119D-39B2-1840-B6E8-55BA8E568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650C8B-A460-574D-A2ED-FD04AB20E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05279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alphaModFix amt="5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967BA-5145-3646-85D5-BF3D58918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69AD59-D29E-C842-A138-EE4876D20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45096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alphaModFix amt="5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1052CD-358C-544F-8B5B-BAF314EFA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9E7994-C56E-9A49-AB72-B1077C80F6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473A99-D966-F840-843A-32A5E1D12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256521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alphaModFix amt="5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2741E3-3DCB-F541-8BE4-D21AA7D49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AA6B4A-C901-F34F-91CA-CB641C64A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392ADC-F7AC-A547-9567-3BA614B69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505269-33D6-504E-B313-3B24DD881C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83D2B5-0162-D04A-B29C-86D96AA36F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70712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alphaModFix amt="5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988466-81D8-FE4D-A229-7A84A5662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35944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alphaModFix amt="5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45317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alphaModFix amt="5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E963C7-2414-F145-846E-84581EC17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DC520-61BB-BE4C-A031-5F0296697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EA5E81-427F-964C-B5D3-C63DB0B36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05796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alphaModFix amt="5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951F0B-F13B-FF41-9987-01EF4CCB8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B764FB-34C0-BF4D-9918-EA48588DAB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1D48D3-7D12-8243-B527-6F52AA999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06726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alphaModFix amt="5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BB764D-9950-6048-B54D-1EC4B2D98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D349AF-ABEC-DC45-BF90-05BD4AEDE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7205642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alphaModFix amt="5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7CD6057-91ED-8B4D-8C7C-302F735550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0DB969-FC08-104B-AC01-32D588C2D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4365477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正文内容">
    <p:bg>
      <p:bgPr>
        <a:blipFill dpi="0" rotWithShape="1">
          <a:blip r:embed="rId2">
            <a:alphaModFix amt="5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71A0B42-5439-08C7-5D91-873252C32F83}"/>
              </a:ext>
            </a:extLst>
          </p:cNvPr>
          <p:cNvSpPr/>
          <p:nvPr userDrawn="1"/>
        </p:nvSpPr>
        <p:spPr>
          <a:xfrm>
            <a:off x="5554980" y="2491740"/>
            <a:ext cx="1417320" cy="1325880"/>
          </a:xfrm>
          <a:prstGeom prst="rect">
            <a:avLst/>
          </a:prstGeom>
          <a:solidFill>
            <a:srgbClr val="F6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C2AEF23B-F2C9-2941-8338-BC6FB323F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25" y="3429000"/>
            <a:ext cx="11282400" cy="748800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pPr algn="ctr"/>
            <a:endParaRPr kumimoji="1" lang="zh-CN" altLang="en-US" sz="6000" dirty="0">
              <a:solidFill>
                <a:schemeClr val="tx1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452514C-D598-4B1E-805D-E5056E938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00234" y="1518778"/>
            <a:ext cx="1991533" cy="163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67855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535717-B17B-044B-A26B-81D963712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2E8B1D-6602-C943-BC82-D631E533B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9BBEC67-0EF4-D8DA-D3E0-AA3989BD061A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625908" y="6311900"/>
            <a:ext cx="1168400" cy="31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57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14" r:id="rId2"/>
    <p:sldLayoutId id="2147483715" r:id="rId3"/>
    <p:sldLayoutId id="2147483716" r:id="rId4"/>
    <p:sldLayoutId id="2147483717" r:id="rId5"/>
    <p:sldLayoutId id="2147483701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6DB2CE1C-7FF0-044E-19D5-3D22A9EEF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480F5810-659F-6D2F-0D2D-B76E34773EB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字体"/>
          <p:cNvSpPr txBox="1"/>
          <p:nvPr/>
        </p:nvSpPr>
        <p:spPr>
          <a:xfrm>
            <a:off x="676951" y="1557321"/>
            <a:ext cx="531795" cy="366558"/>
          </a:xfrm>
          <a:prstGeom prst="rect">
            <a:avLst/>
          </a:prstGeom>
          <a:ln w="3175">
            <a:miter lim="400000"/>
          </a:ln>
        </p:spPr>
        <p:txBody>
          <a:bodyPr wrap="none" lIns="12501" tIns="12501" rIns="12501" bIns="12501" anchor="ctr">
            <a:spAutoFit/>
          </a:bodyPr>
          <a:lstStyle>
            <a:lvl1pPr algn="l" defTabSz="1734185">
              <a:lnSpc>
                <a:spcPct val="120000"/>
              </a:lnSpc>
              <a:defRPr sz="5600"/>
            </a:lvl1pPr>
          </a:lstStyle>
          <a:p>
            <a:pPr defTabSz="609739" hangingPunct="0"/>
            <a:r>
              <a:rPr sz="1969" kern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sym typeface="FZLanTingHeiS-R-GB"/>
              </a:rPr>
              <a:t>字体</a:t>
            </a:r>
          </a:p>
        </p:txBody>
      </p:sp>
      <p:sp>
        <p:nvSpPr>
          <p:cNvPr id="36" name="页面标题"/>
          <p:cNvSpPr txBox="1"/>
          <p:nvPr/>
        </p:nvSpPr>
        <p:spPr>
          <a:xfrm>
            <a:off x="5206515" y="2510931"/>
            <a:ext cx="474087" cy="177660"/>
          </a:xfrm>
          <a:prstGeom prst="rect">
            <a:avLst/>
          </a:prstGeom>
          <a:ln w="3175">
            <a:miter lim="400000"/>
          </a:ln>
        </p:spPr>
        <p:txBody>
          <a:bodyPr wrap="none" lIns="12501" tIns="12501" rIns="12501" bIns="12501" anchor="ctr">
            <a:spAutoFit/>
          </a:bodyPr>
          <a:lstStyle>
            <a:lvl1pPr algn="l" defTabSz="1734185">
              <a:lnSpc>
                <a:spcPct val="120000"/>
              </a:lnSpc>
              <a:defRPr sz="2500"/>
            </a:lvl1pPr>
          </a:lstStyle>
          <a:p>
            <a:pPr defTabSz="609739" hangingPunct="0"/>
            <a:r>
              <a:rPr sz="879" kern="0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sym typeface="FZLanTingHeiS-R-GB"/>
              </a:rPr>
              <a:t>页面标题</a:t>
            </a:r>
          </a:p>
        </p:txBody>
      </p:sp>
      <p:sp>
        <p:nvSpPr>
          <p:cNvPr id="37" name="方正兰亭粗黑简体"/>
          <p:cNvSpPr txBox="1"/>
          <p:nvPr/>
        </p:nvSpPr>
        <p:spPr>
          <a:xfrm>
            <a:off x="676951" y="2441007"/>
            <a:ext cx="1806183" cy="317506"/>
          </a:xfrm>
          <a:prstGeom prst="rect">
            <a:avLst/>
          </a:prstGeom>
          <a:ln w="3175">
            <a:miter lim="400000"/>
          </a:ln>
        </p:spPr>
        <p:txBody>
          <a:bodyPr wrap="none" lIns="12501" tIns="12501" rIns="12501" bIns="12501" anchor="ctr">
            <a:spAutoFit/>
          </a:bodyPr>
          <a:lstStyle>
            <a:lvl1pPr algn="l" defTabSz="1734185">
              <a:lnSpc>
                <a:spcPct val="90000"/>
              </a:lnSpc>
              <a:spcBef>
                <a:spcPts val="3200"/>
              </a:spcBef>
              <a:defRPr sz="7000">
                <a:latin typeface="FZLanTingHeiS-B-GB"/>
                <a:ea typeface="FZLanTingHeiS-B-GB"/>
                <a:cs typeface="FZLanTingHeiS-B-GB"/>
                <a:sym typeface="FZLanTingHeiS-B-GB"/>
              </a:defRPr>
            </a:lvl1pPr>
          </a:lstStyle>
          <a:p>
            <a:pPr defTabSz="609739" hangingPunct="0">
              <a:spcBef>
                <a:spcPts val="1125"/>
              </a:spcBef>
            </a:pPr>
            <a:r>
              <a:rPr lang="zh-CN" altLang="en-US" sz="2110" b="1" kern="0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微软雅黑 </a:t>
            </a:r>
            <a:r>
              <a:rPr lang="en-US" altLang="zh-CN" sz="2110" b="1" kern="0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bold</a:t>
            </a:r>
            <a:endParaRPr sz="2110" b="1" kern="0" dirty="0">
              <a:solidFill>
                <a:srgbClr val="203864"/>
              </a:solidFill>
              <a:latin typeface="FZLanTingHeiS-R-GB" panose="02000000000000000000" pitchFamily="2" charset="-122"/>
              <a:ea typeface="FZLanTingHeiS-R-GB" panose="02000000000000000000" pitchFamily="2" charset="-122"/>
              <a:cs typeface="Source Han Sans CN" charset="-122"/>
            </a:endParaRPr>
          </a:p>
        </p:txBody>
      </p:sp>
      <p:sp>
        <p:nvSpPr>
          <p:cNvPr id="38" name="内容标题"/>
          <p:cNvSpPr txBox="1"/>
          <p:nvPr/>
        </p:nvSpPr>
        <p:spPr>
          <a:xfrm>
            <a:off x="5206515" y="3146891"/>
            <a:ext cx="474087" cy="177660"/>
          </a:xfrm>
          <a:prstGeom prst="rect">
            <a:avLst/>
          </a:prstGeom>
          <a:ln w="3175">
            <a:miter lim="400000"/>
          </a:ln>
        </p:spPr>
        <p:txBody>
          <a:bodyPr wrap="none" lIns="12501" tIns="12501" rIns="12501" bIns="12501" anchor="ctr">
            <a:spAutoFit/>
          </a:bodyPr>
          <a:lstStyle>
            <a:lvl1pPr algn="l" defTabSz="1734185">
              <a:lnSpc>
                <a:spcPct val="120000"/>
              </a:lnSpc>
              <a:defRPr sz="2500"/>
            </a:lvl1pPr>
          </a:lstStyle>
          <a:p>
            <a:pPr defTabSz="609739" hangingPunct="0"/>
            <a:r>
              <a:rPr sz="879" kern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sym typeface="FZLanTingHeiS-R-GB"/>
              </a:rPr>
              <a:t>内容标题</a:t>
            </a:r>
          </a:p>
        </p:txBody>
      </p:sp>
      <p:sp>
        <p:nvSpPr>
          <p:cNvPr id="39" name="方正兰亭粗黑简体"/>
          <p:cNvSpPr txBox="1"/>
          <p:nvPr/>
        </p:nvSpPr>
        <p:spPr>
          <a:xfrm>
            <a:off x="676951" y="3106207"/>
            <a:ext cx="1471155" cy="259028"/>
          </a:xfrm>
          <a:prstGeom prst="rect">
            <a:avLst/>
          </a:prstGeom>
          <a:ln w="3175">
            <a:miter lim="400000"/>
          </a:ln>
        </p:spPr>
        <p:txBody>
          <a:bodyPr wrap="none" lIns="12501" tIns="12501" rIns="12501" bIns="12501" anchor="ctr">
            <a:spAutoFit/>
          </a:bodyPr>
          <a:lstStyle>
            <a:lvl1pPr algn="l" defTabSz="1734185">
              <a:lnSpc>
                <a:spcPct val="90000"/>
              </a:lnSpc>
              <a:spcBef>
                <a:spcPts val="3200"/>
              </a:spcBef>
              <a:defRPr sz="4200">
                <a:latin typeface="FZLanTingHeiS-B-GB"/>
                <a:ea typeface="FZLanTingHeiS-B-GB"/>
                <a:cs typeface="FZLanTingHeiS-B-GB"/>
                <a:sym typeface="FZLanTingHeiS-B-GB"/>
              </a:defRPr>
            </a:lvl1pPr>
          </a:lstStyle>
          <a:p>
            <a:pPr defTabSz="609739" hangingPunct="0">
              <a:spcBef>
                <a:spcPts val="1125"/>
              </a:spcBef>
            </a:pPr>
            <a:r>
              <a:rPr lang="zh-CN" altLang="en-US" sz="1688" b="1" kern="0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微软雅黑</a:t>
            </a:r>
            <a:r>
              <a:rPr lang="en-US" altLang="zh-CN" sz="1688" b="1" kern="0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 bold</a:t>
            </a:r>
          </a:p>
        </p:txBody>
      </p:sp>
      <p:sp>
        <p:nvSpPr>
          <p:cNvPr id="40" name="凸显信息"/>
          <p:cNvSpPr txBox="1"/>
          <p:nvPr/>
        </p:nvSpPr>
        <p:spPr>
          <a:xfrm>
            <a:off x="5206515" y="3789092"/>
            <a:ext cx="474087" cy="177660"/>
          </a:xfrm>
          <a:prstGeom prst="rect">
            <a:avLst/>
          </a:prstGeom>
          <a:ln w="3175">
            <a:miter lim="400000"/>
          </a:ln>
        </p:spPr>
        <p:txBody>
          <a:bodyPr wrap="none" lIns="12501" tIns="12501" rIns="12501" bIns="12501" anchor="ctr">
            <a:spAutoFit/>
          </a:bodyPr>
          <a:lstStyle>
            <a:lvl1pPr algn="l" defTabSz="1734185">
              <a:lnSpc>
                <a:spcPct val="120000"/>
              </a:lnSpc>
              <a:defRPr sz="2500"/>
            </a:lvl1pPr>
          </a:lstStyle>
          <a:p>
            <a:pPr defTabSz="609739" hangingPunct="0"/>
            <a:r>
              <a:rPr sz="879" kern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sym typeface="FZLanTingHeiS-R-GB"/>
              </a:rPr>
              <a:t>凸显信息</a:t>
            </a:r>
          </a:p>
        </p:txBody>
      </p:sp>
      <p:sp>
        <p:nvSpPr>
          <p:cNvPr id="41" name="方正兰亭粗黑简体"/>
          <p:cNvSpPr txBox="1"/>
          <p:nvPr/>
        </p:nvSpPr>
        <p:spPr>
          <a:xfrm>
            <a:off x="676951" y="3754499"/>
            <a:ext cx="1312458" cy="246845"/>
          </a:xfrm>
          <a:prstGeom prst="rect">
            <a:avLst/>
          </a:prstGeom>
          <a:ln w="3175">
            <a:miter lim="400000"/>
          </a:ln>
        </p:spPr>
        <p:txBody>
          <a:bodyPr wrap="none" lIns="12501" tIns="12501" rIns="12501" bIns="12501" anchor="ctr">
            <a:spAutoFit/>
          </a:bodyPr>
          <a:lstStyle>
            <a:lvl1pPr algn="l" defTabSz="1734185">
              <a:lnSpc>
                <a:spcPct val="90000"/>
              </a:lnSpc>
              <a:spcBef>
                <a:spcPts val="3200"/>
              </a:spcBef>
              <a:defRPr sz="5600">
                <a:latin typeface="FZLanTingHeiS-B-GB"/>
                <a:ea typeface="FZLanTingHeiS-B-GB"/>
                <a:cs typeface="FZLanTingHeiS-B-GB"/>
                <a:sym typeface="FZLanTingHeiS-B-GB"/>
              </a:defRPr>
            </a:lvl1pPr>
          </a:lstStyle>
          <a:p>
            <a:pPr defTabSz="609739" hangingPunct="0">
              <a:spcBef>
                <a:spcPts val="1125"/>
              </a:spcBef>
            </a:pPr>
            <a:r>
              <a:rPr lang="zh-CN" altLang="en-US" sz="1600" b="1" kern="0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微软雅黑</a:t>
            </a:r>
            <a:r>
              <a:rPr lang="en-US" altLang="zh-CN" sz="1406" b="1" kern="0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 bold</a:t>
            </a:r>
          </a:p>
        </p:txBody>
      </p:sp>
      <p:sp>
        <p:nvSpPr>
          <p:cNvPr id="42" name="60pt"/>
          <p:cNvSpPr txBox="1"/>
          <p:nvPr/>
        </p:nvSpPr>
        <p:spPr>
          <a:xfrm>
            <a:off x="6004883" y="2510931"/>
            <a:ext cx="278521" cy="177660"/>
          </a:xfrm>
          <a:prstGeom prst="rect">
            <a:avLst/>
          </a:prstGeom>
          <a:ln w="3175">
            <a:miter lim="400000"/>
          </a:ln>
        </p:spPr>
        <p:txBody>
          <a:bodyPr wrap="none" lIns="12501" tIns="12501" rIns="12501" bIns="12501" anchor="ctr">
            <a:spAutoFit/>
          </a:bodyPr>
          <a:lstStyle>
            <a:lvl1pPr algn="l" defTabSz="1734185">
              <a:lnSpc>
                <a:spcPct val="120000"/>
              </a:lnSpc>
              <a:defRPr sz="2500"/>
            </a:lvl1pPr>
          </a:lstStyle>
          <a:p>
            <a:pPr defTabSz="609739" hangingPunct="0"/>
            <a:r>
              <a:rPr lang="en-US" altLang="zh-CN" sz="879" kern="0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sym typeface="FZLanTingHeiS-R-GB"/>
              </a:rPr>
              <a:t>7</a:t>
            </a:r>
            <a:r>
              <a:rPr sz="879" kern="0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sym typeface="FZLanTingHeiS-R-GB"/>
              </a:rPr>
              <a:t>0pt</a:t>
            </a:r>
          </a:p>
        </p:txBody>
      </p:sp>
      <p:sp>
        <p:nvSpPr>
          <p:cNvPr id="43" name="45pt"/>
          <p:cNvSpPr txBox="1"/>
          <p:nvPr/>
        </p:nvSpPr>
        <p:spPr>
          <a:xfrm>
            <a:off x="6004883" y="3146891"/>
            <a:ext cx="280124" cy="177660"/>
          </a:xfrm>
          <a:prstGeom prst="rect">
            <a:avLst/>
          </a:prstGeom>
          <a:ln w="3175">
            <a:miter lim="400000"/>
          </a:ln>
        </p:spPr>
        <p:txBody>
          <a:bodyPr wrap="none" lIns="12501" tIns="12501" rIns="12501" bIns="12501" anchor="ctr">
            <a:spAutoFit/>
          </a:bodyPr>
          <a:lstStyle>
            <a:lvl1pPr algn="l" defTabSz="1734185">
              <a:lnSpc>
                <a:spcPct val="120000"/>
              </a:lnSpc>
              <a:defRPr sz="2500"/>
            </a:lvl1pPr>
          </a:lstStyle>
          <a:p>
            <a:pPr defTabSz="609739" hangingPunct="0"/>
            <a:r>
              <a:rPr lang="en-US" altLang="zh-CN" sz="879" kern="0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sym typeface="FZLanTingHeiS-R-GB"/>
              </a:rPr>
              <a:t>50</a:t>
            </a:r>
            <a:r>
              <a:rPr sz="879" kern="0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sym typeface="FZLanTingHeiS-R-GB"/>
              </a:rPr>
              <a:t>pt</a:t>
            </a:r>
          </a:p>
        </p:txBody>
      </p:sp>
      <p:sp>
        <p:nvSpPr>
          <p:cNvPr id="44" name="40pt、45pt、50pt等，取整数"/>
          <p:cNvSpPr txBox="1"/>
          <p:nvPr/>
        </p:nvSpPr>
        <p:spPr>
          <a:xfrm>
            <a:off x="6004883" y="3789092"/>
            <a:ext cx="1575350" cy="177660"/>
          </a:xfrm>
          <a:prstGeom prst="rect">
            <a:avLst/>
          </a:prstGeom>
          <a:ln w="3175">
            <a:miter lim="400000"/>
          </a:ln>
        </p:spPr>
        <p:txBody>
          <a:bodyPr wrap="none" lIns="12501" tIns="12501" rIns="12501" bIns="12501" anchor="ctr">
            <a:spAutoFit/>
          </a:bodyPr>
          <a:lstStyle>
            <a:lvl1pPr algn="l" defTabSz="1734185">
              <a:lnSpc>
                <a:spcPct val="120000"/>
              </a:lnSpc>
              <a:defRPr sz="2500"/>
            </a:lvl1pPr>
          </a:lstStyle>
          <a:p>
            <a:pPr defTabSz="609739" hangingPunct="0"/>
            <a:r>
              <a:rPr sz="879" kern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sym typeface="FZLanTingHeiS-R-GB"/>
              </a:rPr>
              <a:t>40pt、45pt、50pt等，取整数</a:t>
            </a:r>
          </a:p>
        </p:txBody>
      </p:sp>
      <p:sp>
        <p:nvSpPr>
          <p:cNvPr id="45" name="正文"/>
          <p:cNvSpPr txBox="1"/>
          <p:nvPr/>
        </p:nvSpPr>
        <p:spPr>
          <a:xfrm>
            <a:off x="5206515" y="4434151"/>
            <a:ext cx="249667" cy="177660"/>
          </a:xfrm>
          <a:prstGeom prst="rect">
            <a:avLst/>
          </a:prstGeom>
          <a:ln w="3175">
            <a:miter lim="400000"/>
          </a:ln>
        </p:spPr>
        <p:txBody>
          <a:bodyPr wrap="none" lIns="12501" tIns="12501" rIns="12501" bIns="12501" anchor="ctr">
            <a:spAutoFit/>
          </a:bodyPr>
          <a:lstStyle>
            <a:lvl1pPr algn="l" defTabSz="1734185">
              <a:lnSpc>
                <a:spcPct val="120000"/>
              </a:lnSpc>
              <a:defRPr sz="2500"/>
            </a:lvl1pPr>
          </a:lstStyle>
          <a:p>
            <a:pPr defTabSz="609739" hangingPunct="0"/>
            <a:r>
              <a:rPr sz="879" kern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sym typeface="FZLanTingHeiS-R-GB"/>
              </a:rPr>
              <a:t>正文</a:t>
            </a:r>
          </a:p>
        </p:txBody>
      </p:sp>
      <p:sp>
        <p:nvSpPr>
          <p:cNvPr id="46" name="方正兰亭黑简体"/>
          <p:cNvSpPr txBox="1"/>
          <p:nvPr/>
        </p:nvSpPr>
        <p:spPr>
          <a:xfrm>
            <a:off x="676951" y="4434184"/>
            <a:ext cx="1089640" cy="177596"/>
          </a:xfrm>
          <a:prstGeom prst="rect">
            <a:avLst/>
          </a:prstGeom>
          <a:ln w="3175">
            <a:miter lim="400000"/>
          </a:ln>
        </p:spPr>
        <p:txBody>
          <a:bodyPr wrap="none" lIns="12501" tIns="12501" rIns="12501" bIns="12501" anchor="ctr">
            <a:spAutoFit/>
          </a:bodyPr>
          <a:lstStyle>
            <a:lvl1pPr algn="l" defTabSz="1734185">
              <a:lnSpc>
                <a:spcPct val="90000"/>
              </a:lnSpc>
              <a:spcBef>
                <a:spcPts val="3200"/>
              </a:spcBef>
              <a:defRPr sz="2800"/>
            </a:lvl1pPr>
          </a:lstStyle>
          <a:p>
            <a:pPr defTabSz="609739" hangingPunct="0">
              <a:spcBef>
                <a:spcPts val="1125"/>
              </a:spcBef>
            </a:pPr>
            <a:r>
              <a:rPr lang="zh-CN" altLang="en-US" sz="1100" b="1" kern="0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微软雅黑</a:t>
            </a:r>
            <a:r>
              <a:rPr lang="en-US" altLang="zh-CN" sz="1055" kern="0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  <a:sym typeface="FZLanTingHeiS-R-GB"/>
              </a:rPr>
              <a:t> regular</a:t>
            </a:r>
          </a:p>
        </p:txBody>
      </p:sp>
      <p:sp>
        <p:nvSpPr>
          <p:cNvPr id="47" name="35pt、30pt、25pt…"/>
          <p:cNvSpPr txBox="1"/>
          <p:nvPr/>
        </p:nvSpPr>
        <p:spPr>
          <a:xfrm>
            <a:off x="6004883" y="4352975"/>
            <a:ext cx="2298304" cy="340012"/>
          </a:xfrm>
          <a:prstGeom prst="rect">
            <a:avLst/>
          </a:prstGeom>
          <a:ln w="3175">
            <a:miter lim="400000"/>
          </a:ln>
        </p:spPr>
        <p:txBody>
          <a:bodyPr wrap="none" lIns="12501" tIns="12501" rIns="12501" bIns="12501" anchor="ctr">
            <a:spAutoFit/>
          </a:bodyPr>
          <a:lstStyle/>
          <a:p>
            <a:pPr defTabSz="609739" hangingPunct="0">
              <a:lnSpc>
                <a:spcPct val="120000"/>
              </a:lnSpc>
              <a:defRPr sz="2500"/>
            </a:pPr>
            <a:r>
              <a:rPr sz="879" kern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sym typeface="FZLanTingHeiS-R-GB"/>
              </a:rPr>
              <a:t>35pt、30pt、25pt</a:t>
            </a:r>
          </a:p>
          <a:p>
            <a:pPr defTabSz="609739" hangingPunct="0">
              <a:lnSpc>
                <a:spcPct val="120000"/>
              </a:lnSpc>
              <a:defRPr sz="2500"/>
            </a:pPr>
            <a:r>
              <a:rPr sz="879" kern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sym typeface="FZLanTingHeiS-R-GB"/>
              </a:rPr>
              <a:t>（最小字号尽量控制在20pt，特殊场景除外）</a:t>
            </a:r>
          </a:p>
        </p:txBody>
      </p:sp>
      <p:sp>
        <p:nvSpPr>
          <p:cNvPr id="56" name="线条"/>
          <p:cNvSpPr/>
          <p:nvPr/>
        </p:nvSpPr>
        <p:spPr>
          <a:xfrm>
            <a:off x="658902" y="2281780"/>
            <a:ext cx="10883726" cy="0"/>
          </a:xfrm>
          <a:prstGeom prst="line">
            <a:avLst/>
          </a:prstGeom>
          <a:ln w="12700">
            <a:solidFill>
              <a:srgbClr val="FFFFFF">
                <a:alpha val="30005"/>
              </a:srgbClr>
            </a:solidFill>
            <a:miter lim="400000"/>
          </a:ln>
        </p:spPr>
        <p:txBody>
          <a:bodyPr lIns="12501" tIns="12501" rIns="12501" bIns="12501" anchor="ctr"/>
          <a:lstStyle/>
          <a:p>
            <a:pPr algn="ctr" defTabSz="609739" hangingPunct="0">
              <a:defRPr sz="1600"/>
            </a:pPr>
            <a:endParaRPr sz="563" kern="0">
              <a:solidFill>
                <a:srgbClr val="203864"/>
              </a:solidFill>
              <a:latin typeface="FZLanTingHeiS-R-GB"/>
              <a:ea typeface="FZLanTingHeiS-R-GB"/>
              <a:sym typeface="FZLanTingHeiS-R-GB"/>
            </a:endParaRPr>
          </a:p>
        </p:txBody>
      </p:sp>
      <p:sp>
        <p:nvSpPr>
          <p:cNvPr id="57" name="线条"/>
          <p:cNvSpPr/>
          <p:nvPr/>
        </p:nvSpPr>
        <p:spPr>
          <a:xfrm>
            <a:off x="652893" y="2917741"/>
            <a:ext cx="10895745" cy="0"/>
          </a:xfrm>
          <a:prstGeom prst="line">
            <a:avLst/>
          </a:prstGeom>
          <a:ln w="12700">
            <a:solidFill>
              <a:srgbClr val="FFFFFF">
                <a:alpha val="30005"/>
              </a:srgbClr>
            </a:solidFill>
            <a:miter lim="400000"/>
          </a:ln>
        </p:spPr>
        <p:txBody>
          <a:bodyPr lIns="12501" tIns="12501" rIns="12501" bIns="12501" anchor="ctr"/>
          <a:lstStyle/>
          <a:p>
            <a:pPr algn="ctr" defTabSz="609739" hangingPunct="0">
              <a:defRPr sz="1600"/>
            </a:pPr>
            <a:endParaRPr sz="563" kern="0">
              <a:solidFill>
                <a:srgbClr val="203864"/>
              </a:solidFill>
              <a:latin typeface="FZLanTingHeiS-R-GB"/>
              <a:ea typeface="FZLanTingHeiS-R-GB"/>
              <a:sym typeface="FZLanTingHeiS-R-GB"/>
            </a:endParaRPr>
          </a:p>
        </p:txBody>
      </p:sp>
      <p:sp>
        <p:nvSpPr>
          <p:cNvPr id="58" name="线条"/>
          <p:cNvSpPr/>
          <p:nvPr/>
        </p:nvSpPr>
        <p:spPr>
          <a:xfrm>
            <a:off x="660340" y="3553702"/>
            <a:ext cx="10880851" cy="0"/>
          </a:xfrm>
          <a:prstGeom prst="line">
            <a:avLst/>
          </a:prstGeom>
          <a:ln w="12700">
            <a:solidFill>
              <a:srgbClr val="FFFFFF">
                <a:alpha val="30005"/>
              </a:srgbClr>
            </a:solidFill>
            <a:miter lim="400000"/>
          </a:ln>
        </p:spPr>
        <p:txBody>
          <a:bodyPr lIns="12501" tIns="12501" rIns="12501" bIns="12501" anchor="ctr"/>
          <a:lstStyle/>
          <a:p>
            <a:pPr algn="ctr" defTabSz="609739" hangingPunct="0">
              <a:defRPr sz="1600"/>
            </a:pPr>
            <a:endParaRPr sz="563" kern="0">
              <a:solidFill>
                <a:srgbClr val="203864"/>
              </a:solidFill>
              <a:latin typeface="FZLanTingHeiS-R-GB"/>
              <a:ea typeface="FZLanTingHeiS-R-GB"/>
              <a:sym typeface="FZLanTingHeiS-R-GB"/>
            </a:endParaRPr>
          </a:p>
        </p:txBody>
      </p:sp>
      <p:sp>
        <p:nvSpPr>
          <p:cNvPr id="59" name="线条"/>
          <p:cNvSpPr/>
          <p:nvPr/>
        </p:nvSpPr>
        <p:spPr>
          <a:xfrm>
            <a:off x="671236" y="4189662"/>
            <a:ext cx="10859058" cy="0"/>
          </a:xfrm>
          <a:prstGeom prst="line">
            <a:avLst/>
          </a:prstGeom>
          <a:ln w="12700">
            <a:solidFill>
              <a:srgbClr val="FFFFFF">
                <a:alpha val="30005"/>
              </a:srgbClr>
            </a:solidFill>
            <a:miter lim="400000"/>
          </a:ln>
        </p:spPr>
        <p:txBody>
          <a:bodyPr lIns="12501" tIns="12501" rIns="12501" bIns="12501" anchor="ctr"/>
          <a:lstStyle/>
          <a:p>
            <a:pPr algn="ctr" defTabSz="609739" hangingPunct="0">
              <a:defRPr sz="1600"/>
            </a:pPr>
            <a:endParaRPr sz="563" kern="0">
              <a:solidFill>
                <a:srgbClr val="203864"/>
              </a:solidFill>
              <a:latin typeface="FZLanTingHeiS-R-GB"/>
              <a:ea typeface="FZLanTingHeiS-R-GB"/>
              <a:sym typeface="FZLanTingHeiS-R-GB"/>
            </a:endParaRPr>
          </a:p>
        </p:txBody>
      </p:sp>
      <p:sp>
        <p:nvSpPr>
          <p:cNvPr id="60" name="线条"/>
          <p:cNvSpPr/>
          <p:nvPr/>
        </p:nvSpPr>
        <p:spPr>
          <a:xfrm>
            <a:off x="680726" y="4825623"/>
            <a:ext cx="10840079" cy="0"/>
          </a:xfrm>
          <a:prstGeom prst="line">
            <a:avLst/>
          </a:prstGeom>
          <a:ln w="12700">
            <a:solidFill>
              <a:srgbClr val="FFFFFF">
                <a:alpha val="30005"/>
              </a:srgbClr>
            </a:solidFill>
            <a:miter lim="400000"/>
          </a:ln>
        </p:spPr>
        <p:txBody>
          <a:bodyPr lIns="12501" tIns="12501" rIns="12501" bIns="12501" anchor="ctr"/>
          <a:lstStyle/>
          <a:p>
            <a:pPr algn="ctr" defTabSz="609739" hangingPunct="0">
              <a:defRPr sz="1600"/>
            </a:pPr>
            <a:endParaRPr sz="563" kern="0">
              <a:solidFill>
                <a:srgbClr val="203864"/>
              </a:solidFill>
              <a:latin typeface="FZLanTingHeiS-R-GB"/>
              <a:ea typeface="FZLanTingHeiS-R-GB"/>
              <a:sym typeface="FZLanTingHeiS-R-GB"/>
            </a:endParaRPr>
          </a:p>
        </p:txBody>
      </p:sp>
    </p:spTree>
    <p:extLst>
      <p:ext uri="{BB962C8B-B14F-4D97-AF65-F5344CB8AC3E}">
        <p14:creationId xmlns:p14="http://schemas.microsoft.com/office/powerpoint/2010/main" val="334920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670904" y="2748354"/>
            <a:ext cx="5173209" cy="558869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8889" tIns="8889" rIns="8889" bIns="8889" numCol="1" spcCol="38100" rtlCol="0" anchor="ctr">
            <a:spAutoFit/>
          </a:bodyPr>
          <a:lstStyle/>
          <a:p>
            <a:pPr marL="0" marR="0" indent="0" algn="l" defTabSz="3467735" rtl="0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3515" b="1" dirty="0">
                <a:ln>
                  <a:noFill/>
                </a:ln>
                <a:solidFill>
                  <a:srgbClr val="203864"/>
                </a:solidFill>
                <a:effectLst/>
                <a:uFillTx/>
                <a:latin typeface="FZLanTingHeiS-B-GB" panose="02000000000000000000" pitchFamily="2" charset="-122"/>
                <a:ea typeface="FZLanTingHeiS-B-GB" panose="02000000000000000000" pitchFamily="2" charset="-122"/>
                <a:cs typeface="兰亭黑-简" charset="0"/>
              </a:rPr>
              <a:t>演讲标题XXXXXXXXX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70904" y="3673847"/>
            <a:ext cx="830675" cy="342656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8889" tIns="8889" rIns="8889" bIns="8889" numCol="1" spcCol="38100" rtlCol="0" anchor="ctr">
            <a:spAutoFit/>
          </a:bodyPr>
          <a:lstStyle/>
          <a:p>
            <a:pPr marL="0" marR="0" indent="0" algn="l" defTabSz="346773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110" u="none" strike="noStrike" cap="none" spc="0" normalizeH="0" baseline="0" dirty="0">
                <a:ln>
                  <a:noFill/>
                </a:ln>
                <a:solidFill>
                  <a:srgbClr val="203864"/>
                </a:solidFill>
                <a:effectLst/>
                <a:uFillTx/>
                <a:latin typeface="FZLanTingHeiS-R-GB" panose="02000000000000000000" pitchFamily="2" charset="-122"/>
                <a:ea typeface="FZLanTingHeiS-R-GB" panose="02000000000000000000" pitchFamily="2" charset="-122"/>
                <a:cs typeface="兰亭黑-简" charset="0"/>
                <a:sym typeface="FZLanTingHeiS-R-GB"/>
              </a:rPr>
              <a:t>演讲人</a:t>
            </a:r>
            <a:endParaRPr kumimoji="0" lang="en-US" altLang="zh-CN" sz="2110" u="none" strike="noStrike" cap="none" spc="0" normalizeH="0" baseline="0" dirty="0">
              <a:ln>
                <a:noFill/>
              </a:ln>
              <a:solidFill>
                <a:srgbClr val="203864"/>
              </a:solidFill>
              <a:effectLst/>
              <a:uFillTx/>
              <a:latin typeface="FZLanTingHeiS-R-GB" panose="02000000000000000000" pitchFamily="2" charset="-122"/>
              <a:ea typeface="FZLanTingHeiS-R-GB" panose="02000000000000000000" pitchFamily="2" charset="-122"/>
              <a:cs typeface="兰亭黑-简" charset="0"/>
              <a:sym typeface="FZLanTingHeiS-R-GB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70904" y="4122834"/>
            <a:ext cx="1019810" cy="259080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8889" tIns="8889" rIns="8889" bIns="8889" numCol="1" spcCol="38100" rtlCol="0" anchor="ctr">
            <a:spAutoFit/>
          </a:bodyPr>
          <a:lstStyle/>
          <a:p>
            <a:pPr marL="0" marR="0" indent="0" algn="l" defTabSz="346773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580" u="none" strike="noStrike" cap="none" spc="0" normalizeH="0" baseline="0" dirty="0">
                <a:ln>
                  <a:noFill/>
                </a:ln>
                <a:solidFill>
                  <a:srgbClr val="203864"/>
                </a:solidFill>
                <a:effectLst/>
                <a:uFillTx/>
                <a:latin typeface="FZLanTingHeiS-R-GB" panose="02000000000000000000" pitchFamily="2" charset="-122"/>
                <a:ea typeface="FZLanTingHeiS-R-GB" panose="02000000000000000000" pitchFamily="2" charset="-122"/>
                <a:cs typeface="兰亭黑-简" charset="0"/>
                <a:sym typeface="FZLanTingHeiS-R-GB"/>
              </a:rPr>
              <a:t>演讲人职位</a:t>
            </a:r>
            <a:endParaRPr kumimoji="0" lang="en-US" altLang="zh-CN" sz="1580" u="none" strike="noStrike" cap="none" spc="0" normalizeH="0" baseline="0" dirty="0">
              <a:ln>
                <a:noFill/>
              </a:ln>
              <a:solidFill>
                <a:srgbClr val="203864"/>
              </a:solidFill>
              <a:effectLst/>
              <a:uFillTx/>
              <a:latin typeface="FZLanTingHeiS-R-GB" panose="02000000000000000000" pitchFamily="2" charset="-122"/>
              <a:ea typeface="FZLanTingHeiS-R-GB" panose="02000000000000000000" pitchFamily="2" charset="-122"/>
              <a:cs typeface="兰亭黑-简" charset="0"/>
              <a:sym typeface="FZLanTingHeiS-R-G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占位符 27">
            <a:extLst>
              <a:ext uri="{FF2B5EF4-FFF2-40B4-BE49-F238E27FC236}">
                <a16:creationId xmlns:a16="http://schemas.microsoft.com/office/drawing/2014/main" id="{4FF04CC7-DA6F-ACBB-EE3B-B466D8A698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" name="文本占位符 28">
            <a:extLst>
              <a:ext uri="{FF2B5EF4-FFF2-40B4-BE49-F238E27FC236}">
                <a16:creationId xmlns:a16="http://schemas.microsoft.com/office/drawing/2014/main" id="{091F598C-2E24-D48F-0BE0-3C081EA8E2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0" name="文本占位符 29">
            <a:extLst>
              <a:ext uri="{FF2B5EF4-FFF2-40B4-BE49-F238E27FC236}">
                <a16:creationId xmlns:a16="http://schemas.microsoft.com/office/drawing/2014/main" id="{E6F32F9F-741D-F8C2-F7D6-711A93B3BA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文本占位符 30">
            <a:extLst>
              <a:ext uri="{FF2B5EF4-FFF2-40B4-BE49-F238E27FC236}">
                <a16:creationId xmlns:a16="http://schemas.microsoft.com/office/drawing/2014/main" id="{15416E6C-1D7B-6500-609D-0E40F72641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2A16FD19-84B1-A2B2-EF0F-40878E36A1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3" name="文本占位符 32">
            <a:extLst>
              <a:ext uri="{FF2B5EF4-FFF2-40B4-BE49-F238E27FC236}">
                <a16:creationId xmlns:a16="http://schemas.microsoft.com/office/drawing/2014/main" id="{A8E9C529-4FFF-15CF-B7B8-8F8B0CC9E1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565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矩形 235"/>
          <p:cNvSpPr/>
          <p:nvPr/>
        </p:nvSpPr>
        <p:spPr>
          <a:xfrm>
            <a:off x="10665178" y="-3098"/>
            <a:ext cx="1431572" cy="443933"/>
          </a:xfrm>
          <a:prstGeom prst="rect">
            <a:avLst/>
          </a:prstGeom>
          <a:solidFill>
            <a:schemeClr val="accent4"/>
          </a:solidFill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3229" tIns="13229" rIns="13229" bIns="13229" numCol="1" spcCol="38100" rtlCol="0" anchor="ctr">
            <a:noAutofit/>
          </a:bodyPr>
          <a:lstStyle/>
          <a:p>
            <a:pPr algn="ctr" defTabSz="215005" hangingPunct="0"/>
            <a:r>
              <a:rPr lang="zh-CN" altLang="en-US" sz="1406" dirty="0">
                <a:solidFill>
                  <a:srgbClr val="0253CF"/>
                </a:solidFill>
              </a:rPr>
              <a:t>参考页</a:t>
            </a:r>
            <a:endParaRPr lang="zh-CN" altLang="en-US" sz="1406" dirty="0">
              <a:solidFill>
                <a:srgbClr val="0253CF"/>
              </a:solidFill>
              <a:sym typeface="FZLanTingHeiS-R-GB"/>
            </a:endParaRPr>
          </a:p>
        </p:txBody>
      </p:sp>
      <p:sp>
        <p:nvSpPr>
          <p:cNvPr id="237" name="矩形"/>
          <p:cNvSpPr/>
          <p:nvPr/>
        </p:nvSpPr>
        <p:spPr>
          <a:xfrm>
            <a:off x="6865429" y="1957213"/>
            <a:ext cx="4406042" cy="4063055"/>
          </a:xfrm>
          <a:prstGeom prst="rect">
            <a:avLst/>
          </a:prstGeom>
          <a:solidFill>
            <a:srgbClr val="7030A0">
              <a:alpha val="10000"/>
            </a:srgbClr>
          </a:solidFill>
          <a:ln w="3175" cap="flat">
            <a:noFill/>
            <a:miter lim="400000"/>
          </a:ln>
          <a:effectLst/>
        </p:spPr>
        <p:txBody>
          <a:bodyPr wrap="square" lIns="39309" tIns="39309" rIns="39309" bIns="39309" numCol="1" anchor="ctr">
            <a:noAutofit/>
          </a:bodyPr>
          <a:lstStyle/>
          <a:p>
            <a:pPr defTabSz="666226"/>
            <a:endParaRPr sz="422" dirty="0">
              <a:solidFill>
                <a:srgbClr val="203864"/>
              </a:solidFill>
              <a:latin typeface="FZLanTingHeiS-R-GB" panose="02000000000000000000" pitchFamily="2" charset="-122"/>
              <a:ea typeface="FZLanTingHeiS-R-GB" panose="02000000000000000000" pitchFamily="2" charset="-122"/>
              <a:cs typeface="Source Han Sans CN" charset="-122"/>
            </a:endParaRPr>
          </a:p>
        </p:txBody>
      </p:sp>
      <p:pic>
        <p:nvPicPr>
          <p:cNvPr id="238" name="圆圈.png" descr="圆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624" y="2490581"/>
            <a:ext cx="1189652" cy="118965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9" name="形状"/>
          <p:cNvSpPr/>
          <p:nvPr/>
        </p:nvSpPr>
        <p:spPr>
          <a:xfrm rot="473491">
            <a:off x="6785344" y="2944212"/>
            <a:ext cx="3994422" cy="10923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09" extrusionOk="0">
                <a:moveTo>
                  <a:pt x="21600" y="0"/>
                </a:moveTo>
                <a:lnTo>
                  <a:pt x="21337" y="45"/>
                </a:lnTo>
                <a:lnTo>
                  <a:pt x="21413" y="358"/>
                </a:lnTo>
                <a:cubicBezTo>
                  <a:pt x="20271" y="3348"/>
                  <a:pt x="18991" y="6132"/>
                  <a:pt x="17555" y="8618"/>
                </a:cubicBezTo>
                <a:cubicBezTo>
                  <a:pt x="12595" y="17203"/>
                  <a:pt x="6273" y="21354"/>
                  <a:pt x="0" y="21403"/>
                </a:cubicBezTo>
                <a:cubicBezTo>
                  <a:pt x="6678" y="21600"/>
                  <a:pt x="13390" y="16929"/>
                  <a:pt x="18485" y="7358"/>
                </a:cubicBezTo>
                <a:cubicBezTo>
                  <a:pt x="19611" y="5244"/>
                  <a:pt x="20600" y="2974"/>
                  <a:pt x="21471" y="597"/>
                </a:cubicBezTo>
                <a:lnTo>
                  <a:pt x="21562" y="966"/>
                </a:lnTo>
                <a:lnTo>
                  <a:pt x="21600" y="0"/>
                </a:lnTo>
                <a:close/>
              </a:path>
            </a:pathLst>
          </a:custGeom>
          <a:gradFill>
            <a:gsLst>
              <a:gs pos="21000">
                <a:srgbClr val="FFFFFF">
                  <a:alpha val="0"/>
                </a:srgbClr>
              </a:gs>
              <a:gs pos="100000">
                <a:srgbClr val="FFFFFF"/>
              </a:gs>
            </a:gsLst>
            <a:lin ang="1800000"/>
          </a:gradFill>
          <a:ln w="12700">
            <a:miter lim="400000"/>
          </a:ln>
        </p:spPr>
        <p:txBody>
          <a:bodyPr lIns="8890" tIns="8890" rIns="8890" bIns="8890" anchor="ctr"/>
          <a:lstStyle/>
          <a:p>
            <a:pPr defTabSz="412819">
              <a:defRPr sz="4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547" dirty="0">
              <a:solidFill>
                <a:srgbClr val="203864"/>
              </a:solidFill>
              <a:latin typeface="FZLanTingHeiS-R-GB" panose="02000000000000000000" pitchFamily="2" charset="-122"/>
              <a:ea typeface="FZLanTingHeiS-R-GB" panose="02000000000000000000" pitchFamily="2" charset="-122"/>
            </a:endParaRPr>
          </a:p>
        </p:txBody>
      </p:sp>
      <p:grpSp>
        <p:nvGrpSpPr>
          <p:cNvPr id="240" name="成组"/>
          <p:cNvGrpSpPr/>
          <p:nvPr/>
        </p:nvGrpSpPr>
        <p:grpSpPr>
          <a:xfrm>
            <a:off x="7673400" y="3792824"/>
            <a:ext cx="107119" cy="107119"/>
            <a:chOff x="0" y="0"/>
            <a:chExt cx="304692" cy="304692"/>
          </a:xfrm>
        </p:grpSpPr>
        <p:sp>
          <p:nvSpPr>
            <p:cNvPr id="241" name="圆形"/>
            <p:cNvSpPr/>
            <p:nvPr/>
          </p:nvSpPr>
          <p:spPr>
            <a:xfrm>
              <a:off x="-1" y="-1"/>
              <a:ext cx="304694" cy="304694"/>
            </a:xfrm>
            <a:prstGeom prst="ellipse">
              <a:avLst/>
            </a:prstGeom>
            <a:solidFill>
              <a:srgbClr val="FFFFFF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1693696">
                <a:lnSpc>
                  <a:spcPct val="90000"/>
                </a:lnSpc>
                <a:spcBef>
                  <a:spcPts val="3059"/>
                </a:spcBef>
                <a:defRPr sz="5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1899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242" name="圆形"/>
            <p:cNvSpPr/>
            <p:nvPr/>
          </p:nvSpPr>
          <p:spPr>
            <a:xfrm>
              <a:off x="72752" y="72753"/>
              <a:ext cx="159189" cy="159187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1693696">
                <a:lnSpc>
                  <a:spcPct val="90000"/>
                </a:lnSpc>
                <a:spcBef>
                  <a:spcPts val="3059"/>
                </a:spcBef>
                <a:defRPr sz="5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1899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</p:grpSp>
      <p:grpSp>
        <p:nvGrpSpPr>
          <p:cNvPr id="243" name="成组"/>
          <p:cNvGrpSpPr/>
          <p:nvPr/>
        </p:nvGrpSpPr>
        <p:grpSpPr>
          <a:xfrm>
            <a:off x="8707593" y="3758453"/>
            <a:ext cx="107119" cy="107119"/>
            <a:chOff x="0" y="0"/>
            <a:chExt cx="304693" cy="304692"/>
          </a:xfrm>
        </p:grpSpPr>
        <p:sp>
          <p:nvSpPr>
            <p:cNvPr id="244" name="圆形"/>
            <p:cNvSpPr/>
            <p:nvPr/>
          </p:nvSpPr>
          <p:spPr>
            <a:xfrm>
              <a:off x="0" y="-1"/>
              <a:ext cx="304695" cy="304694"/>
            </a:xfrm>
            <a:prstGeom prst="ellipse">
              <a:avLst/>
            </a:prstGeom>
            <a:solidFill>
              <a:srgbClr val="FFFFFF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1693696">
                <a:lnSpc>
                  <a:spcPct val="90000"/>
                </a:lnSpc>
                <a:spcBef>
                  <a:spcPts val="3059"/>
                </a:spcBef>
                <a:defRPr sz="5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1899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245" name="圆形"/>
            <p:cNvSpPr/>
            <p:nvPr/>
          </p:nvSpPr>
          <p:spPr>
            <a:xfrm>
              <a:off x="72752" y="72753"/>
              <a:ext cx="159189" cy="159187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1693696">
                <a:lnSpc>
                  <a:spcPct val="90000"/>
                </a:lnSpc>
                <a:spcBef>
                  <a:spcPts val="3059"/>
                </a:spcBef>
                <a:defRPr sz="5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1899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</p:grpSp>
      <p:grpSp>
        <p:nvGrpSpPr>
          <p:cNvPr id="246" name="成组"/>
          <p:cNvGrpSpPr/>
          <p:nvPr/>
        </p:nvGrpSpPr>
        <p:grpSpPr>
          <a:xfrm>
            <a:off x="9620885" y="3609050"/>
            <a:ext cx="107119" cy="107119"/>
            <a:chOff x="0" y="0"/>
            <a:chExt cx="304693" cy="304692"/>
          </a:xfrm>
        </p:grpSpPr>
        <p:sp>
          <p:nvSpPr>
            <p:cNvPr id="247" name="圆形"/>
            <p:cNvSpPr/>
            <p:nvPr/>
          </p:nvSpPr>
          <p:spPr>
            <a:xfrm>
              <a:off x="0" y="-1"/>
              <a:ext cx="304695" cy="304694"/>
            </a:xfrm>
            <a:prstGeom prst="ellipse">
              <a:avLst/>
            </a:prstGeom>
            <a:solidFill>
              <a:srgbClr val="FFFFFF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1693696">
                <a:lnSpc>
                  <a:spcPct val="90000"/>
                </a:lnSpc>
                <a:spcBef>
                  <a:spcPts val="3059"/>
                </a:spcBef>
                <a:defRPr sz="5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1899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248" name="圆形"/>
            <p:cNvSpPr/>
            <p:nvPr/>
          </p:nvSpPr>
          <p:spPr>
            <a:xfrm>
              <a:off x="72753" y="72751"/>
              <a:ext cx="159189" cy="159189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1693696">
                <a:lnSpc>
                  <a:spcPct val="90000"/>
                </a:lnSpc>
                <a:spcBef>
                  <a:spcPts val="3059"/>
                </a:spcBef>
                <a:defRPr sz="5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1899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</p:grpSp>
      <p:grpSp>
        <p:nvGrpSpPr>
          <p:cNvPr id="249" name="成组"/>
          <p:cNvGrpSpPr/>
          <p:nvPr/>
        </p:nvGrpSpPr>
        <p:grpSpPr>
          <a:xfrm>
            <a:off x="10430678" y="3340624"/>
            <a:ext cx="107119" cy="107119"/>
            <a:chOff x="0" y="0"/>
            <a:chExt cx="304693" cy="304692"/>
          </a:xfrm>
        </p:grpSpPr>
        <p:sp>
          <p:nvSpPr>
            <p:cNvPr id="250" name="圆形"/>
            <p:cNvSpPr/>
            <p:nvPr/>
          </p:nvSpPr>
          <p:spPr>
            <a:xfrm>
              <a:off x="0" y="-1"/>
              <a:ext cx="304695" cy="304694"/>
            </a:xfrm>
            <a:prstGeom prst="ellipse">
              <a:avLst/>
            </a:prstGeom>
            <a:solidFill>
              <a:srgbClr val="FFFFFF">
                <a:alpha val="3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1693696">
                <a:lnSpc>
                  <a:spcPct val="90000"/>
                </a:lnSpc>
                <a:spcBef>
                  <a:spcPts val="3059"/>
                </a:spcBef>
                <a:defRPr sz="5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1899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251" name="圆形"/>
            <p:cNvSpPr/>
            <p:nvPr/>
          </p:nvSpPr>
          <p:spPr>
            <a:xfrm>
              <a:off x="72752" y="72753"/>
              <a:ext cx="159189" cy="159187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1693696">
                <a:lnSpc>
                  <a:spcPct val="90000"/>
                </a:lnSpc>
                <a:spcBef>
                  <a:spcPts val="3059"/>
                </a:spcBef>
                <a:defRPr sz="5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1899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</p:grpSp>
      <p:grpSp>
        <p:nvGrpSpPr>
          <p:cNvPr id="252" name="成组"/>
          <p:cNvGrpSpPr/>
          <p:nvPr/>
        </p:nvGrpSpPr>
        <p:grpSpPr>
          <a:xfrm>
            <a:off x="8518156" y="5085865"/>
            <a:ext cx="1063400" cy="756072"/>
            <a:chOff x="0" y="37494"/>
            <a:chExt cx="3024780" cy="2150601"/>
          </a:xfrm>
        </p:grpSpPr>
        <p:sp>
          <p:nvSpPr>
            <p:cNvPr id="253" name="直线连接符 82"/>
            <p:cNvSpPr/>
            <p:nvPr/>
          </p:nvSpPr>
          <p:spPr>
            <a:xfrm>
              <a:off x="0" y="1655769"/>
              <a:ext cx="3024780" cy="2"/>
            </a:xfrm>
            <a:prstGeom prst="line">
              <a:avLst/>
            </a:prstGeom>
            <a:noFill/>
            <a:ln w="12700" cap="flat">
              <a:solidFill>
                <a:srgbClr val="FFFFFF">
                  <a:alpha val="40000"/>
                </a:srgbClr>
              </a:solidFill>
              <a:prstDash val="solid"/>
              <a:round/>
            </a:ln>
            <a:effectLst/>
          </p:spPr>
          <p:txBody>
            <a:bodyPr wrap="square" lIns="16073" tIns="16073" rIns="16073" bIns="16073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633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254" name="文本框 171"/>
            <p:cNvSpPr txBox="1"/>
            <p:nvPr/>
          </p:nvSpPr>
          <p:spPr>
            <a:xfrm>
              <a:off x="208913" y="341294"/>
              <a:ext cx="1062533" cy="3695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300480">
                <a:defRPr sz="24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844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255" name="矩形 89"/>
            <p:cNvSpPr/>
            <p:nvPr/>
          </p:nvSpPr>
          <p:spPr>
            <a:xfrm>
              <a:off x="1741838" y="547673"/>
              <a:ext cx="650010" cy="1108720"/>
            </a:xfrm>
            <a:prstGeom prst="rect">
              <a:avLst/>
            </a:prstGeom>
            <a:gradFill flip="none" rotWithShape="1">
              <a:gsLst>
                <a:gs pos="0">
                  <a:srgbClr val="0171F3"/>
                </a:gs>
                <a:gs pos="100000">
                  <a:srgbClr val="90DFFE"/>
                </a:gs>
              </a:gsLst>
              <a:lin ang="15582167" scaled="0"/>
            </a:gradFill>
            <a:ln w="3175" cap="flat">
              <a:noFill/>
              <a:miter lim="400000"/>
            </a:ln>
            <a:effectLst/>
          </p:spPr>
          <p:txBody>
            <a:bodyPr wrap="square" lIns="58042" tIns="58042" rIns="58042" bIns="58042" numCol="1" anchor="ctr">
              <a:noAutofit/>
            </a:bodyPr>
            <a:lstStyle/>
            <a:p>
              <a:pPr algn="ctr" defTabSz="983933" hangingPunct="0"/>
              <a:endParaRPr sz="844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0"/>
              </a:endParaRPr>
            </a:p>
          </p:txBody>
        </p:sp>
        <p:sp>
          <p:nvSpPr>
            <p:cNvPr id="256" name="文本框 94"/>
            <p:cNvSpPr txBox="1"/>
            <p:nvPr/>
          </p:nvSpPr>
          <p:spPr>
            <a:xfrm>
              <a:off x="1419371" y="37494"/>
              <a:ext cx="1294941" cy="3695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300480">
                <a:defRPr sz="24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844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257" name="矩形 87"/>
            <p:cNvSpPr/>
            <p:nvPr/>
          </p:nvSpPr>
          <p:spPr>
            <a:xfrm>
              <a:off x="415176" y="851054"/>
              <a:ext cx="650010" cy="804341"/>
            </a:xfrm>
            <a:prstGeom prst="rect">
              <a:avLst/>
            </a:prstGeom>
            <a:solidFill>
              <a:srgbClr val="0171F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666226">
                <a:defRPr sz="1200">
                  <a:solidFill>
                    <a:srgbClr val="66666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 sz="422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258" name="文本框 264"/>
            <p:cNvSpPr txBox="1"/>
            <p:nvPr/>
          </p:nvSpPr>
          <p:spPr>
            <a:xfrm>
              <a:off x="1277812" y="1880409"/>
              <a:ext cx="1578057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259" name="文本框 266"/>
            <p:cNvSpPr txBox="1"/>
            <p:nvPr/>
          </p:nvSpPr>
          <p:spPr>
            <a:xfrm>
              <a:off x="198787" y="1880409"/>
              <a:ext cx="1096891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</p:grpSp>
      <p:grpSp>
        <p:nvGrpSpPr>
          <p:cNvPr id="260" name="成组"/>
          <p:cNvGrpSpPr/>
          <p:nvPr/>
        </p:nvGrpSpPr>
        <p:grpSpPr>
          <a:xfrm>
            <a:off x="9885698" y="5085865"/>
            <a:ext cx="1063400" cy="756072"/>
            <a:chOff x="0" y="37494"/>
            <a:chExt cx="3024780" cy="2150601"/>
          </a:xfrm>
        </p:grpSpPr>
        <p:sp>
          <p:nvSpPr>
            <p:cNvPr id="261" name="直线连接符 82"/>
            <p:cNvSpPr/>
            <p:nvPr/>
          </p:nvSpPr>
          <p:spPr>
            <a:xfrm>
              <a:off x="0" y="1655769"/>
              <a:ext cx="3024780" cy="2"/>
            </a:xfrm>
            <a:prstGeom prst="line">
              <a:avLst/>
            </a:prstGeom>
            <a:noFill/>
            <a:ln w="12700" cap="flat">
              <a:solidFill>
                <a:srgbClr val="FFFFFF">
                  <a:alpha val="40000"/>
                </a:srgbClr>
              </a:solidFill>
              <a:prstDash val="solid"/>
              <a:round/>
            </a:ln>
            <a:effectLst/>
          </p:spPr>
          <p:txBody>
            <a:bodyPr wrap="square" lIns="16073" tIns="16073" rIns="16073" bIns="16073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633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262" name="文本框 171"/>
            <p:cNvSpPr txBox="1"/>
            <p:nvPr/>
          </p:nvSpPr>
          <p:spPr>
            <a:xfrm>
              <a:off x="208913" y="415372"/>
              <a:ext cx="1062533" cy="3695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300480">
                <a:defRPr sz="24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844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263" name="矩形 89"/>
            <p:cNvSpPr/>
            <p:nvPr/>
          </p:nvSpPr>
          <p:spPr>
            <a:xfrm>
              <a:off x="1741838" y="547673"/>
              <a:ext cx="650010" cy="1108720"/>
            </a:xfrm>
            <a:prstGeom prst="rect">
              <a:avLst/>
            </a:prstGeom>
            <a:gradFill flip="none" rotWithShape="1">
              <a:gsLst>
                <a:gs pos="0">
                  <a:srgbClr val="0171F3"/>
                </a:gs>
                <a:gs pos="100000">
                  <a:srgbClr val="90DFFE"/>
                </a:gs>
              </a:gsLst>
              <a:lin ang="15582167" scaled="0"/>
            </a:gradFill>
            <a:ln w="3175" cap="flat">
              <a:noFill/>
              <a:miter lim="400000"/>
            </a:ln>
            <a:effectLst/>
          </p:spPr>
          <p:txBody>
            <a:bodyPr wrap="square" lIns="58042" tIns="58042" rIns="58042" bIns="58042" numCol="1" anchor="ctr">
              <a:noAutofit/>
            </a:bodyPr>
            <a:lstStyle/>
            <a:p>
              <a:pPr algn="ctr" defTabSz="983933" hangingPunct="0"/>
              <a:endParaRPr sz="844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0"/>
              </a:endParaRPr>
            </a:p>
          </p:txBody>
        </p:sp>
        <p:sp>
          <p:nvSpPr>
            <p:cNvPr id="264" name="文本框 94"/>
            <p:cNvSpPr txBox="1"/>
            <p:nvPr/>
          </p:nvSpPr>
          <p:spPr>
            <a:xfrm>
              <a:off x="1398393" y="37494"/>
              <a:ext cx="1336899" cy="3695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300480">
                <a:defRPr sz="24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844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265" name="矩形 87"/>
            <p:cNvSpPr/>
            <p:nvPr/>
          </p:nvSpPr>
          <p:spPr>
            <a:xfrm>
              <a:off x="415176" y="1017621"/>
              <a:ext cx="650010" cy="637774"/>
            </a:xfrm>
            <a:prstGeom prst="rect">
              <a:avLst/>
            </a:prstGeom>
            <a:solidFill>
              <a:srgbClr val="0171F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666226">
                <a:defRPr sz="1200">
                  <a:solidFill>
                    <a:srgbClr val="66666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 sz="422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266" name="文本框 264"/>
            <p:cNvSpPr txBox="1"/>
            <p:nvPr/>
          </p:nvSpPr>
          <p:spPr>
            <a:xfrm>
              <a:off x="1340199" y="1880409"/>
              <a:ext cx="1453291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267" name="文本框 266"/>
            <p:cNvSpPr txBox="1"/>
            <p:nvPr/>
          </p:nvSpPr>
          <p:spPr>
            <a:xfrm>
              <a:off x="190546" y="1880409"/>
              <a:ext cx="1096891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</p:grpSp>
      <p:grpSp>
        <p:nvGrpSpPr>
          <p:cNvPr id="268" name="成组"/>
          <p:cNvGrpSpPr/>
          <p:nvPr/>
        </p:nvGrpSpPr>
        <p:grpSpPr>
          <a:xfrm>
            <a:off x="7150612" y="5085865"/>
            <a:ext cx="1063400" cy="756072"/>
            <a:chOff x="0" y="37494"/>
            <a:chExt cx="3024780" cy="2150601"/>
          </a:xfrm>
        </p:grpSpPr>
        <p:sp>
          <p:nvSpPr>
            <p:cNvPr id="269" name="文本框 171"/>
            <p:cNvSpPr txBox="1"/>
            <p:nvPr/>
          </p:nvSpPr>
          <p:spPr>
            <a:xfrm>
              <a:off x="208913" y="341294"/>
              <a:ext cx="1062533" cy="3695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300480">
                <a:defRPr sz="24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844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270" name="矩形 89"/>
            <p:cNvSpPr/>
            <p:nvPr/>
          </p:nvSpPr>
          <p:spPr>
            <a:xfrm>
              <a:off x="1741838" y="547051"/>
              <a:ext cx="650010" cy="1108720"/>
            </a:xfrm>
            <a:prstGeom prst="rect">
              <a:avLst/>
            </a:prstGeom>
            <a:gradFill flip="none" rotWithShape="1">
              <a:gsLst>
                <a:gs pos="0">
                  <a:srgbClr val="0171F3"/>
                </a:gs>
                <a:gs pos="100000">
                  <a:srgbClr val="90DFFE"/>
                </a:gs>
              </a:gsLst>
              <a:lin ang="15582167" scaled="0"/>
            </a:gradFill>
            <a:ln w="3175" cap="flat">
              <a:noFill/>
              <a:miter lim="400000"/>
            </a:ln>
            <a:effectLst/>
          </p:spPr>
          <p:txBody>
            <a:bodyPr wrap="square" lIns="58042" tIns="58042" rIns="58042" bIns="58042" numCol="1" anchor="ctr">
              <a:noAutofit/>
            </a:bodyPr>
            <a:lstStyle/>
            <a:p>
              <a:pPr algn="ctr" defTabSz="983933" hangingPunct="0"/>
              <a:endParaRPr sz="844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0"/>
              </a:endParaRPr>
            </a:p>
          </p:txBody>
        </p:sp>
        <p:sp>
          <p:nvSpPr>
            <p:cNvPr id="271" name="文本框 94"/>
            <p:cNvSpPr txBox="1"/>
            <p:nvPr/>
          </p:nvSpPr>
          <p:spPr>
            <a:xfrm>
              <a:off x="1445298" y="37494"/>
              <a:ext cx="1243092" cy="3695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300480">
                <a:defRPr sz="24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844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272" name="矩形 87"/>
            <p:cNvSpPr/>
            <p:nvPr/>
          </p:nvSpPr>
          <p:spPr>
            <a:xfrm>
              <a:off x="415178" y="833582"/>
              <a:ext cx="650010" cy="822189"/>
            </a:xfrm>
            <a:prstGeom prst="rect">
              <a:avLst/>
            </a:prstGeom>
            <a:solidFill>
              <a:srgbClr val="0171F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666226">
                <a:defRPr sz="1200">
                  <a:solidFill>
                    <a:srgbClr val="66666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 sz="422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273" name="文本框 264"/>
            <p:cNvSpPr txBox="1"/>
            <p:nvPr/>
          </p:nvSpPr>
          <p:spPr>
            <a:xfrm>
              <a:off x="1340199" y="1880409"/>
              <a:ext cx="1453291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XXXX</a:t>
              </a:r>
            </a:p>
          </p:txBody>
        </p:sp>
        <p:sp>
          <p:nvSpPr>
            <p:cNvPr id="274" name="文本框 266"/>
            <p:cNvSpPr txBox="1"/>
            <p:nvPr/>
          </p:nvSpPr>
          <p:spPr>
            <a:xfrm>
              <a:off x="198787" y="1880409"/>
              <a:ext cx="1096891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275" name="直线连接符 82"/>
            <p:cNvSpPr/>
            <p:nvPr/>
          </p:nvSpPr>
          <p:spPr>
            <a:xfrm>
              <a:off x="0" y="1655769"/>
              <a:ext cx="3024780" cy="2"/>
            </a:xfrm>
            <a:prstGeom prst="line">
              <a:avLst/>
            </a:prstGeom>
            <a:noFill/>
            <a:ln w="12700" cap="flat">
              <a:solidFill>
                <a:srgbClr val="FFFFFF">
                  <a:alpha val="40000"/>
                </a:srgbClr>
              </a:solidFill>
              <a:prstDash val="solid"/>
              <a:round/>
            </a:ln>
            <a:effectLst/>
          </p:spPr>
          <p:txBody>
            <a:bodyPr wrap="square" lIns="16073" tIns="16073" rIns="16073" bIns="16073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633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</p:grpSp>
      <p:sp>
        <p:nvSpPr>
          <p:cNvPr id="276" name="矩形"/>
          <p:cNvSpPr/>
          <p:nvPr/>
        </p:nvSpPr>
        <p:spPr>
          <a:xfrm>
            <a:off x="665616" y="1957213"/>
            <a:ext cx="5818753" cy="4063055"/>
          </a:xfrm>
          <a:prstGeom prst="rect">
            <a:avLst/>
          </a:prstGeom>
          <a:solidFill>
            <a:srgbClr val="7030A0">
              <a:alpha val="10000"/>
            </a:srgbClr>
          </a:solidFill>
          <a:ln w="3175" cap="flat">
            <a:noFill/>
            <a:miter lim="400000"/>
          </a:ln>
          <a:effectLst/>
        </p:spPr>
        <p:txBody>
          <a:bodyPr wrap="square" lIns="39309" tIns="39309" rIns="39309" bIns="39309" numCol="1" anchor="ctr">
            <a:noAutofit/>
          </a:bodyPr>
          <a:lstStyle/>
          <a:p>
            <a:pPr defTabSz="666226"/>
            <a:endParaRPr sz="422" dirty="0">
              <a:solidFill>
                <a:srgbClr val="203864"/>
              </a:solidFill>
              <a:latin typeface="FZLanTingHeiS-R-GB" panose="02000000000000000000" pitchFamily="2" charset="-122"/>
              <a:ea typeface="FZLanTingHeiS-R-GB" panose="02000000000000000000" pitchFamily="2" charset="-122"/>
              <a:cs typeface="Source Han Sans CN" charset="-122"/>
            </a:endParaRPr>
          </a:p>
        </p:txBody>
      </p:sp>
      <p:grpSp>
        <p:nvGrpSpPr>
          <p:cNvPr id="277" name="成组"/>
          <p:cNvGrpSpPr/>
          <p:nvPr/>
        </p:nvGrpSpPr>
        <p:grpSpPr>
          <a:xfrm>
            <a:off x="746743" y="2685019"/>
            <a:ext cx="5596735" cy="2147516"/>
            <a:chOff x="0" y="-1"/>
            <a:chExt cx="15919600" cy="6108489"/>
          </a:xfrm>
        </p:grpSpPr>
        <p:sp>
          <p:nvSpPr>
            <p:cNvPr id="278" name="圆角矩形"/>
            <p:cNvSpPr/>
            <p:nvPr/>
          </p:nvSpPr>
          <p:spPr>
            <a:xfrm>
              <a:off x="0" y="5629630"/>
              <a:ext cx="15919600" cy="291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0" y="21600"/>
                  </a:moveTo>
                  <a:lnTo>
                    <a:pt x="21570" y="21600"/>
                  </a:lnTo>
                  <a:cubicBezTo>
                    <a:pt x="21578" y="21600"/>
                    <a:pt x="21584" y="21600"/>
                    <a:pt x="21587" y="20949"/>
                  </a:cubicBezTo>
                  <a:cubicBezTo>
                    <a:pt x="21592" y="19857"/>
                    <a:pt x="21597" y="17494"/>
                    <a:pt x="21599" y="14494"/>
                  </a:cubicBezTo>
                  <a:cubicBezTo>
                    <a:pt x="21600" y="13310"/>
                    <a:pt x="21600" y="12060"/>
                    <a:pt x="21600" y="10800"/>
                  </a:cubicBezTo>
                  <a:cubicBezTo>
                    <a:pt x="21600" y="9540"/>
                    <a:pt x="21600" y="8290"/>
                    <a:pt x="21599" y="7106"/>
                  </a:cubicBezTo>
                  <a:cubicBezTo>
                    <a:pt x="21597" y="4106"/>
                    <a:pt x="21592" y="1743"/>
                    <a:pt x="21587" y="651"/>
                  </a:cubicBezTo>
                  <a:cubicBezTo>
                    <a:pt x="21584" y="0"/>
                    <a:pt x="21578" y="0"/>
                    <a:pt x="21570" y="0"/>
                  </a:cubicBezTo>
                  <a:lnTo>
                    <a:pt x="30" y="0"/>
                  </a:lnTo>
                  <a:cubicBezTo>
                    <a:pt x="22" y="0"/>
                    <a:pt x="16" y="0"/>
                    <a:pt x="13" y="651"/>
                  </a:cubicBezTo>
                  <a:cubicBezTo>
                    <a:pt x="8" y="1743"/>
                    <a:pt x="3" y="4106"/>
                    <a:pt x="1" y="7106"/>
                  </a:cubicBezTo>
                  <a:cubicBezTo>
                    <a:pt x="0" y="8290"/>
                    <a:pt x="0" y="9540"/>
                    <a:pt x="0" y="10800"/>
                  </a:cubicBezTo>
                  <a:cubicBezTo>
                    <a:pt x="0" y="12060"/>
                    <a:pt x="0" y="13310"/>
                    <a:pt x="1" y="14494"/>
                  </a:cubicBezTo>
                  <a:cubicBezTo>
                    <a:pt x="3" y="17494"/>
                    <a:pt x="8" y="19857"/>
                    <a:pt x="13" y="20949"/>
                  </a:cubicBezTo>
                  <a:cubicBezTo>
                    <a:pt x="16" y="21600"/>
                    <a:pt x="22" y="21600"/>
                    <a:pt x="30" y="2160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/>
                </a:gs>
                <a:gs pos="43913">
                  <a:srgbClr val="FFFFFF">
                    <a:alpha val="56747"/>
                  </a:srgbClr>
                </a:gs>
                <a:gs pos="83100">
                  <a:srgbClr val="FFFFFF">
                    <a:alpha val="35478"/>
                  </a:srgbClr>
                </a:gs>
                <a:gs pos="99544">
                  <a:srgbClr val="FFFFFF">
                    <a:alpha val="0"/>
                  </a:srgbClr>
                </a:gs>
              </a:gsLst>
              <a:lin ang="10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825638">
                <a:defRPr sz="9000">
                  <a:solidFill>
                    <a:srgbClr val="F98C55"/>
                  </a:solidFill>
                </a:defRPr>
              </a:pPr>
              <a:endParaRPr sz="3164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279" name="文本框 7"/>
            <p:cNvSpPr txBox="1"/>
            <p:nvPr/>
          </p:nvSpPr>
          <p:spPr>
            <a:xfrm>
              <a:off x="1886157" y="5769601"/>
              <a:ext cx="968152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280" name="文本框 7"/>
            <p:cNvSpPr txBox="1"/>
            <p:nvPr/>
          </p:nvSpPr>
          <p:spPr>
            <a:xfrm>
              <a:off x="3915665" y="5769601"/>
              <a:ext cx="968152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281" name="文本框 7"/>
            <p:cNvSpPr txBox="1"/>
            <p:nvPr/>
          </p:nvSpPr>
          <p:spPr>
            <a:xfrm>
              <a:off x="5945173" y="5769601"/>
              <a:ext cx="968152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282" name="文本框 7"/>
            <p:cNvSpPr txBox="1"/>
            <p:nvPr/>
          </p:nvSpPr>
          <p:spPr>
            <a:xfrm>
              <a:off x="7974681" y="5769601"/>
              <a:ext cx="968152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283" name="文本框 7"/>
            <p:cNvSpPr txBox="1"/>
            <p:nvPr/>
          </p:nvSpPr>
          <p:spPr>
            <a:xfrm>
              <a:off x="10004186" y="5769601"/>
              <a:ext cx="968152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284" name="文本框 7"/>
            <p:cNvSpPr txBox="1"/>
            <p:nvPr/>
          </p:nvSpPr>
          <p:spPr>
            <a:xfrm>
              <a:off x="12033697" y="5769601"/>
              <a:ext cx="968152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285" name="矩形"/>
            <p:cNvSpPr/>
            <p:nvPr/>
          </p:nvSpPr>
          <p:spPr>
            <a:xfrm>
              <a:off x="1869777" y="4796647"/>
              <a:ext cx="501977" cy="834007"/>
            </a:xfrm>
            <a:prstGeom prst="rect">
              <a:avLst/>
            </a:prstGeom>
            <a:gradFill flip="none" rotWithShape="1">
              <a:gsLst>
                <a:gs pos="0">
                  <a:srgbClr val="7030A0"/>
                </a:gs>
                <a:gs pos="100000">
                  <a:srgbClr val="90DFFE"/>
                </a:gs>
              </a:gsLst>
              <a:lin ang="15582167" scaled="0"/>
            </a:gradFill>
            <a:ln w="3175" cap="flat">
              <a:noFill/>
              <a:miter lim="400000"/>
            </a:ln>
            <a:effectLst/>
          </p:spPr>
          <p:txBody>
            <a:bodyPr wrap="square" lIns="58042" tIns="58042" rIns="58042" bIns="58042" numCol="1" anchor="ctr">
              <a:noAutofit/>
            </a:bodyPr>
            <a:lstStyle/>
            <a:p>
              <a:pPr algn="ctr" defTabSz="983933" hangingPunct="0"/>
              <a:endParaRPr sz="844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0"/>
              </a:endParaRPr>
            </a:p>
          </p:txBody>
        </p:sp>
        <p:sp>
          <p:nvSpPr>
            <p:cNvPr id="286" name="矩形"/>
            <p:cNvSpPr/>
            <p:nvPr/>
          </p:nvSpPr>
          <p:spPr>
            <a:xfrm>
              <a:off x="2368712" y="2889067"/>
              <a:ext cx="501977" cy="2741587"/>
            </a:xfrm>
            <a:prstGeom prst="rect">
              <a:avLst/>
            </a:prstGeom>
            <a:solidFill>
              <a:srgbClr val="0171F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666226">
                <a:defRPr sz="1200">
                  <a:solidFill>
                    <a:srgbClr val="66666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 sz="422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287" name="文本框 7"/>
            <p:cNvSpPr txBox="1"/>
            <p:nvPr/>
          </p:nvSpPr>
          <p:spPr>
            <a:xfrm>
              <a:off x="1752078" y="4432516"/>
              <a:ext cx="737374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</a:t>
              </a:r>
            </a:p>
          </p:txBody>
        </p:sp>
        <p:sp>
          <p:nvSpPr>
            <p:cNvPr id="288" name="文本框 7"/>
            <p:cNvSpPr txBox="1"/>
            <p:nvPr/>
          </p:nvSpPr>
          <p:spPr>
            <a:xfrm>
              <a:off x="2251013" y="2524753"/>
              <a:ext cx="737374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</a:t>
              </a:r>
            </a:p>
          </p:txBody>
        </p:sp>
        <p:sp>
          <p:nvSpPr>
            <p:cNvPr id="289" name="矩形"/>
            <p:cNvSpPr/>
            <p:nvPr/>
          </p:nvSpPr>
          <p:spPr>
            <a:xfrm>
              <a:off x="3888780" y="4615429"/>
              <a:ext cx="500458" cy="1015224"/>
            </a:xfrm>
            <a:prstGeom prst="rect">
              <a:avLst/>
            </a:prstGeom>
            <a:gradFill flip="none" rotWithShape="1">
              <a:gsLst>
                <a:gs pos="0">
                  <a:srgbClr val="7030A0"/>
                </a:gs>
                <a:gs pos="100000">
                  <a:srgbClr val="90DFFE"/>
                </a:gs>
              </a:gsLst>
              <a:lin ang="15582167" scaled="0"/>
            </a:gradFill>
            <a:ln w="3175" cap="flat">
              <a:noFill/>
              <a:miter lim="400000"/>
            </a:ln>
            <a:effectLst/>
          </p:spPr>
          <p:txBody>
            <a:bodyPr wrap="square" lIns="58042" tIns="58042" rIns="58042" bIns="58042" numCol="1" anchor="ctr">
              <a:noAutofit/>
            </a:bodyPr>
            <a:lstStyle/>
            <a:p>
              <a:pPr algn="ctr" defTabSz="983933" hangingPunct="0"/>
              <a:endParaRPr sz="844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0"/>
              </a:endParaRPr>
            </a:p>
          </p:txBody>
        </p:sp>
        <p:sp>
          <p:nvSpPr>
            <p:cNvPr id="290" name="矩形"/>
            <p:cNvSpPr/>
            <p:nvPr/>
          </p:nvSpPr>
          <p:spPr>
            <a:xfrm>
              <a:off x="4389236" y="2631232"/>
              <a:ext cx="500456" cy="2999420"/>
            </a:xfrm>
            <a:prstGeom prst="rect">
              <a:avLst/>
            </a:prstGeom>
            <a:solidFill>
              <a:srgbClr val="0171F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666226">
                <a:defRPr sz="1200">
                  <a:solidFill>
                    <a:srgbClr val="66666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 sz="422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291" name="文本框 7"/>
            <p:cNvSpPr txBox="1"/>
            <p:nvPr/>
          </p:nvSpPr>
          <p:spPr>
            <a:xfrm>
              <a:off x="3770322" y="4247565"/>
              <a:ext cx="737374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</a:t>
              </a:r>
            </a:p>
          </p:txBody>
        </p:sp>
        <p:sp>
          <p:nvSpPr>
            <p:cNvPr id="292" name="文本框 7"/>
            <p:cNvSpPr txBox="1"/>
            <p:nvPr/>
          </p:nvSpPr>
          <p:spPr>
            <a:xfrm>
              <a:off x="4270776" y="2267101"/>
              <a:ext cx="737374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</a:t>
              </a:r>
            </a:p>
          </p:txBody>
        </p:sp>
        <p:sp>
          <p:nvSpPr>
            <p:cNvPr id="293" name="矩形"/>
            <p:cNvSpPr/>
            <p:nvPr/>
          </p:nvSpPr>
          <p:spPr>
            <a:xfrm>
              <a:off x="5907786" y="4473131"/>
              <a:ext cx="500456" cy="1157523"/>
            </a:xfrm>
            <a:prstGeom prst="rect">
              <a:avLst/>
            </a:prstGeom>
            <a:gradFill flip="none" rotWithShape="1">
              <a:gsLst>
                <a:gs pos="0">
                  <a:srgbClr val="7030A0"/>
                </a:gs>
                <a:gs pos="100000">
                  <a:srgbClr val="90DFFE"/>
                </a:gs>
              </a:gsLst>
              <a:lin ang="15582167" scaled="0"/>
            </a:gradFill>
            <a:ln w="3175" cap="flat">
              <a:noFill/>
              <a:miter lim="400000"/>
            </a:ln>
            <a:effectLst/>
          </p:spPr>
          <p:txBody>
            <a:bodyPr wrap="square" lIns="58042" tIns="58042" rIns="58042" bIns="58042" numCol="1" anchor="ctr">
              <a:noAutofit/>
            </a:bodyPr>
            <a:lstStyle/>
            <a:p>
              <a:pPr algn="ctr" defTabSz="983933" hangingPunct="0"/>
              <a:endParaRPr sz="844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0"/>
              </a:endParaRPr>
            </a:p>
          </p:txBody>
        </p:sp>
        <p:sp>
          <p:nvSpPr>
            <p:cNvPr id="294" name="矩形"/>
            <p:cNvSpPr/>
            <p:nvPr/>
          </p:nvSpPr>
          <p:spPr>
            <a:xfrm>
              <a:off x="6408241" y="2449100"/>
              <a:ext cx="500458" cy="3181553"/>
            </a:xfrm>
            <a:prstGeom prst="rect">
              <a:avLst/>
            </a:prstGeom>
            <a:solidFill>
              <a:srgbClr val="0171F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666226">
                <a:defRPr sz="1200">
                  <a:solidFill>
                    <a:srgbClr val="66666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 sz="422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295" name="文本框 7"/>
            <p:cNvSpPr txBox="1"/>
            <p:nvPr/>
          </p:nvSpPr>
          <p:spPr>
            <a:xfrm>
              <a:off x="5789328" y="4108997"/>
              <a:ext cx="737374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</a:t>
              </a:r>
            </a:p>
          </p:txBody>
        </p:sp>
        <p:sp>
          <p:nvSpPr>
            <p:cNvPr id="296" name="文本框 7"/>
            <p:cNvSpPr txBox="1"/>
            <p:nvPr/>
          </p:nvSpPr>
          <p:spPr>
            <a:xfrm>
              <a:off x="6289783" y="2084968"/>
              <a:ext cx="737374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</a:t>
              </a:r>
            </a:p>
          </p:txBody>
        </p:sp>
        <p:sp>
          <p:nvSpPr>
            <p:cNvPr id="297" name="矩形"/>
            <p:cNvSpPr/>
            <p:nvPr/>
          </p:nvSpPr>
          <p:spPr>
            <a:xfrm>
              <a:off x="7926791" y="4337614"/>
              <a:ext cx="500456" cy="1293040"/>
            </a:xfrm>
            <a:prstGeom prst="rect">
              <a:avLst/>
            </a:prstGeom>
            <a:gradFill flip="none" rotWithShape="1">
              <a:gsLst>
                <a:gs pos="0">
                  <a:srgbClr val="7030A0"/>
                </a:gs>
                <a:gs pos="100000">
                  <a:srgbClr val="90DFFE"/>
                </a:gs>
              </a:gsLst>
              <a:lin ang="15582167" scaled="0"/>
            </a:gradFill>
            <a:ln w="3175" cap="flat">
              <a:noFill/>
              <a:miter lim="400000"/>
            </a:ln>
            <a:effectLst/>
          </p:spPr>
          <p:txBody>
            <a:bodyPr wrap="square" lIns="58042" tIns="58042" rIns="58042" bIns="58042" numCol="1" anchor="ctr">
              <a:noAutofit/>
            </a:bodyPr>
            <a:lstStyle/>
            <a:p>
              <a:pPr algn="ctr" defTabSz="983933" hangingPunct="0"/>
              <a:endParaRPr sz="844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0"/>
              </a:endParaRPr>
            </a:p>
          </p:txBody>
        </p:sp>
        <p:sp>
          <p:nvSpPr>
            <p:cNvPr id="298" name="矩形"/>
            <p:cNvSpPr/>
            <p:nvPr/>
          </p:nvSpPr>
          <p:spPr>
            <a:xfrm>
              <a:off x="8427246" y="2313683"/>
              <a:ext cx="500458" cy="3316969"/>
            </a:xfrm>
            <a:prstGeom prst="rect">
              <a:avLst/>
            </a:prstGeom>
            <a:solidFill>
              <a:srgbClr val="0171F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666226">
                <a:defRPr sz="1200">
                  <a:solidFill>
                    <a:srgbClr val="66666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 sz="422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299" name="文本框 7"/>
            <p:cNvSpPr txBox="1"/>
            <p:nvPr/>
          </p:nvSpPr>
          <p:spPr>
            <a:xfrm>
              <a:off x="7808332" y="3971725"/>
              <a:ext cx="737374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</a:t>
              </a:r>
            </a:p>
          </p:txBody>
        </p:sp>
        <p:sp>
          <p:nvSpPr>
            <p:cNvPr id="300" name="文本框 7"/>
            <p:cNvSpPr txBox="1"/>
            <p:nvPr/>
          </p:nvSpPr>
          <p:spPr>
            <a:xfrm>
              <a:off x="8308789" y="1944996"/>
              <a:ext cx="737374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</a:t>
              </a:r>
            </a:p>
          </p:txBody>
        </p:sp>
        <p:sp>
          <p:nvSpPr>
            <p:cNvPr id="301" name="矩形"/>
            <p:cNvSpPr/>
            <p:nvPr/>
          </p:nvSpPr>
          <p:spPr>
            <a:xfrm>
              <a:off x="9945795" y="4098713"/>
              <a:ext cx="500456" cy="1531941"/>
            </a:xfrm>
            <a:prstGeom prst="rect">
              <a:avLst/>
            </a:prstGeom>
            <a:gradFill flip="none" rotWithShape="1">
              <a:gsLst>
                <a:gs pos="0">
                  <a:srgbClr val="7030A0"/>
                </a:gs>
                <a:gs pos="100000">
                  <a:srgbClr val="90DFFE"/>
                </a:gs>
              </a:gsLst>
              <a:lin ang="15582167" scaled="0"/>
            </a:gradFill>
            <a:ln w="3175" cap="flat">
              <a:noFill/>
              <a:miter lim="400000"/>
            </a:ln>
            <a:effectLst/>
          </p:spPr>
          <p:txBody>
            <a:bodyPr wrap="square" lIns="58042" tIns="58042" rIns="58042" bIns="58042" numCol="1" anchor="ctr">
              <a:noAutofit/>
            </a:bodyPr>
            <a:lstStyle/>
            <a:p>
              <a:pPr algn="ctr" defTabSz="983933" hangingPunct="0"/>
              <a:endParaRPr sz="844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0"/>
              </a:endParaRPr>
            </a:p>
          </p:txBody>
        </p:sp>
        <p:sp>
          <p:nvSpPr>
            <p:cNvPr id="302" name="矩形"/>
            <p:cNvSpPr/>
            <p:nvPr/>
          </p:nvSpPr>
          <p:spPr>
            <a:xfrm>
              <a:off x="10446250" y="2156761"/>
              <a:ext cx="500458" cy="3473892"/>
            </a:xfrm>
            <a:prstGeom prst="rect">
              <a:avLst/>
            </a:prstGeom>
            <a:solidFill>
              <a:srgbClr val="0171F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666226">
                <a:defRPr sz="1200">
                  <a:solidFill>
                    <a:srgbClr val="66666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 sz="422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303" name="文本框 7"/>
            <p:cNvSpPr txBox="1"/>
            <p:nvPr/>
          </p:nvSpPr>
          <p:spPr>
            <a:xfrm>
              <a:off x="9827338" y="3734583"/>
              <a:ext cx="737374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</a:t>
              </a:r>
            </a:p>
          </p:txBody>
        </p:sp>
        <p:sp>
          <p:nvSpPr>
            <p:cNvPr id="304" name="文本框 7"/>
            <p:cNvSpPr txBox="1"/>
            <p:nvPr/>
          </p:nvSpPr>
          <p:spPr>
            <a:xfrm>
              <a:off x="10327793" y="1787812"/>
              <a:ext cx="737374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</a:t>
              </a:r>
            </a:p>
          </p:txBody>
        </p:sp>
        <p:sp>
          <p:nvSpPr>
            <p:cNvPr id="305" name="矩形"/>
            <p:cNvSpPr/>
            <p:nvPr/>
          </p:nvSpPr>
          <p:spPr>
            <a:xfrm>
              <a:off x="12027866" y="3906040"/>
              <a:ext cx="500409" cy="1724614"/>
            </a:xfrm>
            <a:prstGeom prst="rect">
              <a:avLst/>
            </a:prstGeom>
            <a:gradFill flip="none" rotWithShape="1">
              <a:gsLst>
                <a:gs pos="0">
                  <a:srgbClr val="7030A0"/>
                </a:gs>
                <a:gs pos="100000">
                  <a:srgbClr val="90DFFE"/>
                </a:gs>
              </a:gsLst>
              <a:lin ang="15582167" scaled="0"/>
            </a:gradFill>
            <a:ln w="3175" cap="flat">
              <a:noFill/>
              <a:miter lim="400000"/>
            </a:ln>
            <a:effectLst/>
          </p:spPr>
          <p:txBody>
            <a:bodyPr wrap="square" lIns="58042" tIns="58042" rIns="58042" bIns="58042" numCol="1" anchor="ctr">
              <a:noAutofit/>
            </a:bodyPr>
            <a:lstStyle/>
            <a:p>
              <a:pPr algn="ctr" defTabSz="983933" hangingPunct="0"/>
              <a:endParaRPr sz="844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0"/>
              </a:endParaRPr>
            </a:p>
          </p:txBody>
        </p:sp>
        <p:sp>
          <p:nvSpPr>
            <p:cNvPr id="306" name="矩形"/>
            <p:cNvSpPr/>
            <p:nvPr/>
          </p:nvSpPr>
          <p:spPr>
            <a:xfrm>
              <a:off x="12528272" y="1707094"/>
              <a:ext cx="500410" cy="3923560"/>
            </a:xfrm>
            <a:prstGeom prst="rect">
              <a:avLst/>
            </a:prstGeom>
            <a:solidFill>
              <a:srgbClr val="0171F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666226">
                <a:defRPr sz="1200">
                  <a:solidFill>
                    <a:srgbClr val="66666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 sz="422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307" name="文本框 7"/>
            <p:cNvSpPr txBox="1"/>
            <p:nvPr/>
          </p:nvSpPr>
          <p:spPr>
            <a:xfrm>
              <a:off x="11802114" y="3549453"/>
              <a:ext cx="951916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</a:t>
              </a:r>
            </a:p>
          </p:txBody>
        </p:sp>
        <p:sp>
          <p:nvSpPr>
            <p:cNvPr id="308" name="文本框 7"/>
            <p:cNvSpPr txBox="1"/>
            <p:nvPr/>
          </p:nvSpPr>
          <p:spPr>
            <a:xfrm>
              <a:off x="12391024" y="1339348"/>
              <a:ext cx="737374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</a:t>
              </a:r>
            </a:p>
          </p:txBody>
        </p:sp>
        <p:grpSp>
          <p:nvGrpSpPr>
            <p:cNvPr id="309" name="成组"/>
            <p:cNvGrpSpPr/>
            <p:nvPr/>
          </p:nvGrpSpPr>
          <p:grpSpPr>
            <a:xfrm>
              <a:off x="2232981" y="1631115"/>
              <a:ext cx="274505" cy="274505"/>
              <a:chOff x="0" y="0"/>
              <a:chExt cx="274503" cy="274504"/>
            </a:xfrm>
          </p:grpSpPr>
          <p:sp>
            <p:nvSpPr>
              <p:cNvPr id="351" name="圆形"/>
              <p:cNvSpPr/>
              <p:nvPr/>
            </p:nvSpPr>
            <p:spPr>
              <a:xfrm>
                <a:off x="0" y="0"/>
                <a:ext cx="274504" cy="274505"/>
              </a:xfrm>
              <a:prstGeom prst="ellipse">
                <a:avLst/>
              </a:prstGeom>
              <a:solidFill>
                <a:srgbClr val="FFFF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8890" tIns="8890" rIns="8890" bIns="8890" numCol="1" anchor="ctr">
                <a:noAutofit/>
              </a:bodyPr>
              <a:lstStyle/>
              <a:p>
                <a:pPr defTabSz="1693696">
                  <a:lnSpc>
                    <a:spcPct val="90000"/>
                  </a:lnSpc>
                  <a:spcBef>
                    <a:spcPts val="3059"/>
                  </a:spcBef>
                  <a:defRPr sz="5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1899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endParaRPr>
              </a:p>
            </p:txBody>
          </p:sp>
          <p:sp>
            <p:nvSpPr>
              <p:cNvPr id="352" name="圆形"/>
              <p:cNvSpPr/>
              <p:nvPr/>
            </p:nvSpPr>
            <p:spPr>
              <a:xfrm>
                <a:off x="65544" y="65544"/>
                <a:ext cx="143415" cy="143415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8890" tIns="8890" rIns="8890" bIns="8890" numCol="1" anchor="ctr">
                <a:noAutofit/>
              </a:bodyPr>
              <a:lstStyle/>
              <a:p>
                <a:pPr defTabSz="1693696">
                  <a:lnSpc>
                    <a:spcPct val="90000"/>
                  </a:lnSpc>
                  <a:spcBef>
                    <a:spcPts val="3059"/>
                  </a:spcBef>
                  <a:defRPr sz="5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1899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endParaRPr>
              </a:p>
            </p:txBody>
          </p:sp>
        </p:grpSp>
        <p:grpSp>
          <p:nvGrpSpPr>
            <p:cNvPr id="310" name="成组"/>
            <p:cNvGrpSpPr/>
            <p:nvPr/>
          </p:nvGrpSpPr>
          <p:grpSpPr>
            <a:xfrm>
              <a:off x="4280813" y="1505074"/>
              <a:ext cx="274505" cy="274505"/>
              <a:chOff x="0" y="0"/>
              <a:chExt cx="274503" cy="274503"/>
            </a:xfrm>
          </p:grpSpPr>
          <p:sp>
            <p:nvSpPr>
              <p:cNvPr id="349" name="圆形"/>
              <p:cNvSpPr/>
              <p:nvPr/>
            </p:nvSpPr>
            <p:spPr>
              <a:xfrm>
                <a:off x="0" y="0"/>
                <a:ext cx="274504" cy="274504"/>
              </a:xfrm>
              <a:prstGeom prst="ellipse">
                <a:avLst/>
              </a:prstGeom>
              <a:solidFill>
                <a:srgbClr val="FFFF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8890" tIns="8890" rIns="8890" bIns="8890" numCol="1" anchor="ctr">
                <a:noAutofit/>
              </a:bodyPr>
              <a:lstStyle/>
              <a:p>
                <a:pPr defTabSz="1693696">
                  <a:lnSpc>
                    <a:spcPct val="90000"/>
                  </a:lnSpc>
                  <a:spcBef>
                    <a:spcPts val="3059"/>
                  </a:spcBef>
                  <a:defRPr sz="5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1899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endParaRPr>
              </a:p>
            </p:txBody>
          </p:sp>
          <p:sp>
            <p:nvSpPr>
              <p:cNvPr id="350" name="圆形"/>
              <p:cNvSpPr/>
              <p:nvPr/>
            </p:nvSpPr>
            <p:spPr>
              <a:xfrm>
                <a:off x="65544" y="65544"/>
                <a:ext cx="143415" cy="14341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8890" tIns="8890" rIns="8890" bIns="8890" numCol="1" anchor="ctr">
                <a:noAutofit/>
              </a:bodyPr>
              <a:lstStyle/>
              <a:p>
                <a:pPr defTabSz="1693696">
                  <a:lnSpc>
                    <a:spcPct val="90000"/>
                  </a:lnSpc>
                  <a:spcBef>
                    <a:spcPts val="3059"/>
                  </a:spcBef>
                  <a:defRPr sz="5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1899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endParaRPr>
              </a:p>
            </p:txBody>
          </p:sp>
        </p:grpSp>
        <p:grpSp>
          <p:nvGrpSpPr>
            <p:cNvPr id="311" name="成组"/>
            <p:cNvGrpSpPr/>
            <p:nvPr/>
          </p:nvGrpSpPr>
          <p:grpSpPr>
            <a:xfrm>
              <a:off x="6270991" y="1393557"/>
              <a:ext cx="274505" cy="274505"/>
              <a:chOff x="0" y="0"/>
              <a:chExt cx="274503" cy="274504"/>
            </a:xfrm>
          </p:grpSpPr>
          <p:sp>
            <p:nvSpPr>
              <p:cNvPr id="347" name="圆形"/>
              <p:cNvSpPr/>
              <p:nvPr/>
            </p:nvSpPr>
            <p:spPr>
              <a:xfrm>
                <a:off x="0" y="0"/>
                <a:ext cx="274504" cy="274505"/>
              </a:xfrm>
              <a:prstGeom prst="ellipse">
                <a:avLst/>
              </a:prstGeom>
              <a:solidFill>
                <a:srgbClr val="FFFF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8890" tIns="8890" rIns="8890" bIns="8890" numCol="1" anchor="ctr">
                <a:noAutofit/>
              </a:bodyPr>
              <a:lstStyle/>
              <a:p>
                <a:pPr defTabSz="1693696">
                  <a:lnSpc>
                    <a:spcPct val="90000"/>
                  </a:lnSpc>
                  <a:spcBef>
                    <a:spcPts val="3059"/>
                  </a:spcBef>
                  <a:defRPr sz="5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1899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endParaRPr>
              </a:p>
            </p:txBody>
          </p:sp>
          <p:sp>
            <p:nvSpPr>
              <p:cNvPr id="348" name="圆形"/>
              <p:cNvSpPr/>
              <p:nvPr/>
            </p:nvSpPr>
            <p:spPr>
              <a:xfrm>
                <a:off x="65544" y="65544"/>
                <a:ext cx="143415" cy="143415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8890" tIns="8890" rIns="8890" bIns="8890" numCol="1" anchor="ctr">
                <a:noAutofit/>
              </a:bodyPr>
              <a:lstStyle/>
              <a:p>
                <a:pPr defTabSz="1693696">
                  <a:lnSpc>
                    <a:spcPct val="90000"/>
                  </a:lnSpc>
                  <a:spcBef>
                    <a:spcPts val="3059"/>
                  </a:spcBef>
                  <a:defRPr sz="5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1899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endParaRPr>
              </a:p>
            </p:txBody>
          </p:sp>
        </p:grpSp>
        <p:grpSp>
          <p:nvGrpSpPr>
            <p:cNvPr id="312" name="成组"/>
            <p:cNvGrpSpPr/>
            <p:nvPr/>
          </p:nvGrpSpPr>
          <p:grpSpPr>
            <a:xfrm>
              <a:off x="8330691" y="1283656"/>
              <a:ext cx="274505" cy="274505"/>
              <a:chOff x="0" y="0"/>
              <a:chExt cx="274503" cy="274503"/>
            </a:xfrm>
          </p:grpSpPr>
          <p:sp>
            <p:nvSpPr>
              <p:cNvPr id="345" name="圆形"/>
              <p:cNvSpPr/>
              <p:nvPr/>
            </p:nvSpPr>
            <p:spPr>
              <a:xfrm>
                <a:off x="0" y="0"/>
                <a:ext cx="274504" cy="274504"/>
              </a:xfrm>
              <a:prstGeom prst="ellipse">
                <a:avLst/>
              </a:prstGeom>
              <a:solidFill>
                <a:srgbClr val="FFFF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8890" tIns="8890" rIns="8890" bIns="8890" numCol="1" anchor="ctr">
                <a:noAutofit/>
              </a:bodyPr>
              <a:lstStyle/>
              <a:p>
                <a:pPr defTabSz="1693696">
                  <a:lnSpc>
                    <a:spcPct val="90000"/>
                  </a:lnSpc>
                  <a:spcBef>
                    <a:spcPts val="3059"/>
                  </a:spcBef>
                  <a:defRPr sz="5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1899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endParaRPr>
              </a:p>
            </p:txBody>
          </p:sp>
          <p:sp>
            <p:nvSpPr>
              <p:cNvPr id="346" name="圆形"/>
              <p:cNvSpPr/>
              <p:nvPr/>
            </p:nvSpPr>
            <p:spPr>
              <a:xfrm>
                <a:off x="65544" y="65544"/>
                <a:ext cx="143415" cy="14341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8890" tIns="8890" rIns="8890" bIns="8890" numCol="1" anchor="ctr">
                <a:noAutofit/>
              </a:bodyPr>
              <a:lstStyle/>
              <a:p>
                <a:pPr defTabSz="1693696">
                  <a:lnSpc>
                    <a:spcPct val="90000"/>
                  </a:lnSpc>
                  <a:spcBef>
                    <a:spcPts val="3059"/>
                  </a:spcBef>
                  <a:defRPr sz="5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1899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endParaRPr>
              </a:p>
            </p:txBody>
          </p:sp>
        </p:grpSp>
        <p:grpSp>
          <p:nvGrpSpPr>
            <p:cNvPr id="313" name="成组"/>
            <p:cNvGrpSpPr/>
            <p:nvPr/>
          </p:nvGrpSpPr>
          <p:grpSpPr>
            <a:xfrm>
              <a:off x="10309000" y="1073304"/>
              <a:ext cx="274505" cy="274505"/>
              <a:chOff x="0" y="0"/>
              <a:chExt cx="274503" cy="274503"/>
            </a:xfrm>
          </p:grpSpPr>
          <p:sp>
            <p:nvSpPr>
              <p:cNvPr id="343" name="圆形"/>
              <p:cNvSpPr/>
              <p:nvPr/>
            </p:nvSpPr>
            <p:spPr>
              <a:xfrm>
                <a:off x="0" y="0"/>
                <a:ext cx="274504" cy="274504"/>
              </a:xfrm>
              <a:prstGeom prst="ellipse">
                <a:avLst/>
              </a:prstGeom>
              <a:solidFill>
                <a:srgbClr val="FFFF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8890" tIns="8890" rIns="8890" bIns="8890" numCol="1" anchor="ctr">
                <a:noAutofit/>
              </a:bodyPr>
              <a:lstStyle/>
              <a:p>
                <a:pPr defTabSz="1693696">
                  <a:lnSpc>
                    <a:spcPct val="90000"/>
                  </a:lnSpc>
                  <a:spcBef>
                    <a:spcPts val="3059"/>
                  </a:spcBef>
                  <a:defRPr sz="5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1899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endParaRPr>
              </a:p>
            </p:txBody>
          </p:sp>
          <p:sp>
            <p:nvSpPr>
              <p:cNvPr id="344" name="圆形"/>
              <p:cNvSpPr/>
              <p:nvPr/>
            </p:nvSpPr>
            <p:spPr>
              <a:xfrm>
                <a:off x="65544" y="65544"/>
                <a:ext cx="143415" cy="14341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8890" tIns="8890" rIns="8890" bIns="8890" numCol="1" anchor="ctr">
                <a:noAutofit/>
              </a:bodyPr>
              <a:lstStyle/>
              <a:p>
                <a:pPr defTabSz="1693696">
                  <a:lnSpc>
                    <a:spcPct val="90000"/>
                  </a:lnSpc>
                  <a:spcBef>
                    <a:spcPts val="3059"/>
                  </a:spcBef>
                  <a:defRPr sz="5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1899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endParaRPr>
              </a:p>
            </p:txBody>
          </p:sp>
        </p:grpSp>
        <p:grpSp>
          <p:nvGrpSpPr>
            <p:cNvPr id="314" name="成组"/>
            <p:cNvGrpSpPr/>
            <p:nvPr/>
          </p:nvGrpSpPr>
          <p:grpSpPr>
            <a:xfrm>
              <a:off x="12380522" y="813776"/>
              <a:ext cx="274505" cy="274505"/>
              <a:chOff x="0" y="0"/>
              <a:chExt cx="274504" cy="274503"/>
            </a:xfrm>
          </p:grpSpPr>
          <p:sp>
            <p:nvSpPr>
              <p:cNvPr id="341" name="圆形"/>
              <p:cNvSpPr/>
              <p:nvPr/>
            </p:nvSpPr>
            <p:spPr>
              <a:xfrm>
                <a:off x="0" y="0"/>
                <a:ext cx="274505" cy="274504"/>
              </a:xfrm>
              <a:prstGeom prst="ellipse">
                <a:avLst/>
              </a:prstGeom>
              <a:solidFill>
                <a:srgbClr val="FFFF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8890" tIns="8890" rIns="8890" bIns="8890" numCol="1" anchor="ctr">
                <a:noAutofit/>
              </a:bodyPr>
              <a:lstStyle/>
              <a:p>
                <a:pPr defTabSz="1693696">
                  <a:lnSpc>
                    <a:spcPct val="90000"/>
                  </a:lnSpc>
                  <a:spcBef>
                    <a:spcPts val="3059"/>
                  </a:spcBef>
                  <a:defRPr sz="5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1899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endParaRPr>
              </a:p>
            </p:txBody>
          </p:sp>
          <p:sp>
            <p:nvSpPr>
              <p:cNvPr id="342" name="圆形"/>
              <p:cNvSpPr/>
              <p:nvPr/>
            </p:nvSpPr>
            <p:spPr>
              <a:xfrm>
                <a:off x="65544" y="65544"/>
                <a:ext cx="143417" cy="14341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8890" tIns="8890" rIns="8890" bIns="8890" numCol="1" anchor="ctr">
                <a:noAutofit/>
              </a:bodyPr>
              <a:lstStyle/>
              <a:p>
                <a:pPr defTabSz="1693696">
                  <a:lnSpc>
                    <a:spcPct val="90000"/>
                  </a:lnSpc>
                  <a:spcBef>
                    <a:spcPts val="3059"/>
                  </a:spcBef>
                  <a:defRPr sz="5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1899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endParaRPr>
              </a:p>
            </p:txBody>
          </p:sp>
        </p:grpSp>
        <p:sp>
          <p:nvSpPr>
            <p:cNvPr id="315" name="圆角矩形"/>
            <p:cNvSpPr/>
            <p:nvPr/>
          </p:nvSpPr>
          <p:spPr>
            <a:xfrm rot="21374030">
              <a:off x="1560590" y="1711358"/>
              <a:ext cx="2913414" cy="41099"/>
            </a:xfrm>
            <a:prstGeom prst="roundRect">
              <a:avLst>
                <a:gd name="adj" fmla="val 37187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1693696">
                <a:lnSpc>
                  <a:spcPct val="90000"/>
                </a:lnSpc>
                <a:spcBef>
                  <a:spcPts val="3059"/>
                </a:spcBef>
                <a:defRPr sz="5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1899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316" name="圆角矩形"/>
            <p:cNvSpPr/>
            <p:nvPr/>
          </p:nvSpPr>
          <p:spPr>
            <a:xfrm rot="21412425">
              <a:off x="4436907" y="1558394"/>
              <a:ext cx="2018757" cy="40118"/>
            </a:xfrm>
            <a:prstGeom prst="roundRect">
              <a:avLst>
                <a:gd name="adj" fmla="val 19351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1693696">
                <a:lnSpc>
                  <a:spcPct val="90000"/>
                </a:lnSpc>
                <a:spcBef>
                  <a:spcPts val="3059"/>
                </a:spcBef>
                <a:defRPr sz="5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1899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317" name="圆角矩形"/>
            <p:cNvSpPr/>
            <p:nvPr/>
          </p:nvSpPr>
          <p:spPr>
            <a:xfrm rot="21420366">
              <a:off x="6412827" y="1457156"/>
              <a:ext cx="2039040" cy="37454"/>
            </a:xfrm>
            <a:prstGeom prst="roundRect">
              <a:avLst>
                <a:gd name="adj" fmla="val 29058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1693696">
                <a:lnSpc>
                  <a:spcPct val="90000"/>
                </a:lnSpc>
                <a:spcBef>
                  <a:spcPts val="3059"/>
                </a:spcBef>
                <a:defRPr sz="5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1899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318" name="圆角矩形"/>
            <p:cNvSpPr/>
            <p:nvPr/>
          </p:nvSpPr>
          <p:spPr>
            <a:xfrm rot="21236710">
              <a:off x="8452398" y="1289631"/>
              <a:ext cx="1995700" cy="360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4" y="21600"/>
                  </a:moveTo>
                  <a:lnTo>
                    <a:pt x="21306" y="21600"/>
                  </a:lnTo>
                  <a:cubicBezTo>
                    <a:pt x="21390" y="21600"/>
                    <a:pt x="21440" y="21600"/>
                    <a:pt x="21474" y="20954"/>
                  </a:cubicBezTo>
                  <a:cubicBezTo>
                    <a:pt x="21527" y="19882"/>
                    <a:pt x="21569" y="17561"/>
                    <a:pt x="21588" y="14615"/>
                  </a:cubicBezTo>
                  <a:cubicBezTo>
                    <a:pt x="21596" y="13462"/>
                    <a:pt x="21600" y="12060"/>
                    <a:pt x="21600" y="10800"/>
                  </a:cubicBezTo>
                  <a:cubicBezTo>
                    <a:pt x="21600" y="9540"/>
                    <a:pt x="21596" y="8138"/>
                    <a:pt x="21588" y="6985"/>
                  </a:cubicBezTo>
                  <a:cubicBezTo>
                    <a:pt x="21569" y="4039"/>
                    <a:pt x="21527" y="1718"/>
                    <a:pt x="21474" y="646"/>
                  </a:cubicBezTo>
                  <a:cubicBezTo>
                    <a:pt x="21440" y="0"/>
                    <a:pt x="21390" y="0"/>
                    <a:pt x="21306" y="0"/>
                  </a:cubicBezTo>
                  <a:lnTo>
                    <a:pt x="294" y="0"/>
                  </a:lnTo>
                  <a:cubicBezTo>
                    <a:pt x="210" y="0"/>
                    <a:pt x="160" y="0"/>
                    <a:pt x="126" y="646"/>
                  </a:cubicBezTo>
                  <a:cubicBezTo>
                    <a:pt x="73" y="1718"/>
                    <a:pt x="31" y="4039"/>
                    <a:pt x="12" y="6985"/>
                  </a:cubicBezTo>
                  <a:cubicBezTo>
                    <a:pt x="4" y="8138"/>
                    <a:pt x="0" y="9540"/>
                    <a:pt x="0" y="10800"/>
                  </a:cubicBezTo>
                  <a:cubicBezTo>
                    <a:pt x="0" y="12060"/>
                    <a:pt x="4" y="13462"/>
                    <a:pt x="12" y="14615"/>
                  </a:cubicBezTo>
                  <a:cubicBezTo>
                    <a:pt x="31" y="17561"/>
                    <a:pt x="73" y="19882"/>
                    <a:pt x="126" y="20954"/>
                  </a:cubicBezTo>
                  <a:cubicBezTo>
                    <a:pt x="160" y="21600"/>
                    <a:pt x="210" y="21600"/>
                    <a:pt x="294" y="2160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1693696">
                <a:lnSpc>
                  <a:spcPct val="90000"/>
                </a:lnSpc>
                <a:spcBef>
                  <a:spcPts val="3059"/>
                </a:spcBef>
                <a:defRPr sz="5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1899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319" name="圆角矩形"/>
            <p:cNvSpPr/>
            <p:nvPr/>
          </p:nvSpPr>
          <p:spPr>
            <a:xfrm rot="21186284">
              <a:off x="10425120" y="1056491"/>
              <a:ext cx="2101294" cy="41099"/>
            </a:xfrm>
            <a:prstGeom prst="roundRect">
              <a:avLst>
                <a:gd name="adj" fmla="val 42898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1693696">
                <a:lnSpc>
                  <a:spcPct val="90000"/>
                </a:lnSpc>
                <a:spcBef>
                  <a:spcPts val="3059"/>
                </a:spcBef>
                <a:defRPr sz="5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1899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320" name="文本框 7"/>
            <p:cNvSpPr txBox="1"/>
            <p:nvPr/>
          </p:nvSpPr>
          <p:spPr>
            <a:xfrm>
              <a:off x="12033697" y="366548"/>
              <a:ext cx="968152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321" name="文本框 7"/>
            <p:cNvSpPr txBox="1"/>
            <p:nvPr/>
          </p:nvSpPr>
          <p:spPr>
            <a:xfrm>
              <a:off x="9727325" y="612081"/>
              <a:ext cx="1437858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322" name="文本框 7"/>
            <p:cNvSpPr txBox="1"/>
            <p:nvPr/>
          </p:nvSpPr>
          <p:spPr>
            <a:xfrm>
              <a:off x="7813981" y="837107"/>
              <a:ext cx="1226530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323" name="文本框 7"/>
            <p:cNvSpPr txBox="1"/>
            <p:nvPr/>
          </p:nvSpPr>
          <p:spPr>
            <a:xfrm>
              <a:off x="5745251" y="919500"/>
              <a:ext cx="1325983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324" name="文本框 7"/>
            <p:cNvSpPr txBox="1"/>
            <p:nvPr/>
          </p:nvSpPr>
          <p:spPr>
            <a:xfrm>
              <a:off x="3698696" y="1052981"/>
              <a:ext cx="1402089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325" name="文本框 7"/>
            <p:cNvSpPr txBox="1"/>
            <p:nvPr/>
          </p:nvSpPr>
          <p:spPr>
            <a:xfrm>
              <a:off x="1757514" y="1168369"/>
              <a:ext cx="1225438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326" name="圆角矩形"/>
            <p:cNvSpPr/>
            <p:nvPr/>
          </p:nvSpPr>
          <p:spPr>
            <a:xfrm rot="16200000">
              <a:off x="-2045622" y="3095395"/>
              <a:ext cx="5996612" cy="2957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FFFFFF">
                    <a:alpha val="59770"/>
                  </a:srgbClr>
                </a:gs>
                <a:gs pos="44540">
                  <a:srgbClr val="FFFFFF">
                    <a:alpha val="39937"/>
                  </a:srgbClr>
                </a:gs>
                <a:gs pos="83507">
                  <a:srgbClr val="FFFFFF">
                    <a:alpha val="35478"/>
                  </a:srgbClr>
                </a:gs>
                <a:gs pos="99544">
                  <a:srgbClr val="FFFFFF">
                    <a:alpha val="0"/>
                  </a:srgbClr>
                </a:gs>
              </a:gsLst>
              <a:lin ang="10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825638">
                <a:defRPr sz="9000">
                  <a:solidFill>
                    <a:srgbClr val="F98C55"/>
                  </a:solidFill>
                </a:defRPr>
              </a:pPr>
              <a:endParaRPr sz="3164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327" name="文本框 7"/>
            <p:cNvSpPr txBox="1"/>
            <p:nvPr/>
          </p:nvSpPr>
          <p:spPr>
            <a:xfrm>
              <a:off x="74001" y="4152583"/>
              <a:ext cx="748009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r"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</a:t>
              </a:r>
            </a:p>
          </p:txBody>
        </p:sp>
        <p:sp>
          <p:nvSpPr>
            <p:cNvPr id="328" name="文本框 7"/>
            <p:cNvSpPr txBox="1"/>
            <p:nvPr/>
          </p:nvSpPr>
          <p:spPr>
            <a:xfrm>
              <a:off x="62262" y="2865324"/>
              <a:ext cx="759751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r"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</a:t>
              </a:r>
            </a:p>
          </p:txBody>
        </p:sp>
        <p:sp>
          <p:nvSpPr>
            <p:cNvPr id="329" name="文本框 7"/>
            <p:cNvSpPr txBox="1"/>
            <p:nvPr/>
          </p:nvSpPr>
          <p:spPr>
            <a:xfrm>
              <a:off x="51783" y="1578065"/>
              <a:ext cx="770227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r"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330" name="文本框 7"/>
            <p:cNvSpPr txBox="1"/>
            <p:nvPr/>
          </p:nvSpPr>
          <p:spPr>
            <a:xfrm>
              <a:off x="51237" y="290806"/>
              <a:ext cx="770773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r"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331" name="文本框 7"/>
            <p:cNvSpPr txBox="1"/>
            <p:nvPr/>
          </p:nvSpPr>
          <p:spPr>
            <a:xfrm>
              <a:off x="14063205" y="5769601"/>
              <a:ext cx="968152" cy="3076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defTabSz="17780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  <p:sp>
          <p:nvSpPr>
            <p:cNvPr id="332" name="矩形"/>
            <p:cNvSpPr/>
            <p:nvPr/>
          </p:nvSpPr>
          <p:spPr>
            <a:xfrm>
              <a:off x="14046871" y="3711210"/>
              <a:ext cx="500409" cy="1919444"/>
            </a:xfrm>
            <a:prstGeom prst="rect">
              <a:avLst/>
            </a:prstGeom>
            <a:gradFill flip="none" rotWithShape="1">
              <a:gsLst>
                <a:gs pos="0">
                  <a:srgbClr val="7030A0"/>
                </a:gs>
                <a:gs pos="100000">
                  <a:srgbClr val="90DFFE"/>
                </a:gs>
              </a:gsLst>
              <a:lin ang="15582167" scaled="0"/>
            </a:gradFill>
            <a:ln w="3175" cap="flat">
              <a:noFill/>
              <a:miter lim="400000"/>
            </a:ln>
            <a:effectLst/>
          </p:spPr>
          <p:txBody>
            <a:bodyPr wrap="square" lIns="58042" tIns="58042" rIns="58042" bIns="58042" numCol="1" anchor="ctr">
              <a:noAutofit/>
            </a:bodyPr>
            <a:lstStyle/>
            <a:p>
              <a:pPr algn="ctr" defTabSz="983933" hangingPunct="0"/>
              <a:endParaRPr sz="844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0"/>
              </a:endParaRPr>
            </a:p>
          </p:txBody>
        </p:sp>
        <p:sp>
          <p:nvSpPr>
            <p:cNvPr id="333" name="矩形"/>
            <p:cNvSpPr/>
            <p:nvPr/>
          </p:nvSpPr>
          <p:spPr>
            <a:xfrm>
              <a:off x="14547278" y="1464574"/>
              <a:ext cx="500409" cy="4166079"/>
            </a:xfrm>
            <a:prstGeom prst="rect">
              <a:avLst/>
            </a:prstGeom>
            <a:solidFill>
              <a:srgbClr val="0171F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666226">
                <a:defRPr sz="1200">
                  <a:solidFill>
                    <a:srgbClr val="666666"/>
                  </a:solidFill>
                  <a:latin typeface="微软雅黑"/>
                  <a:ea typeface="微软雅黑"/>
                  <a:cs typeface="微软雅黑"/>
                  <a:sym typeface="微软雅黑"/>
                </a:defRPr>
              </a:pPr>
              <a:endParaRPr sz="422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334" name="文本框 7"/>
            <p:cNvSpPr txBox="1"/>
            <p:nvPr/>
          </p:nvSpPr>
          <p:spPr>
            <a:xfrm>
              <a:off x="13839538" y="3305647"/>
              <a:ext cx="915075" cy="349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6610" tIns="16610" rIns="16610" bIns="16610" numCol="1" anchor="t">
              <a:spAutoFit/>
            </a:bodyPr>
            <a:lstStyle>
              <a:lvl1pPr defTabSz="1880870">
                <a:lnSpc>
                  <a:spcPct val="80000"/>
                </a:lnSpc>
                <a:defRPr sz="2000">
                  <a:gradFill flip="none" rotWithShape="1">
                    <a:gsLst>
                      <a:gs pos="0">
                        <a:srgbClr val="FFE68D"/>
                      </a:gs>
                      <a:gs pos="100000">
                        <a:srgbClr val="FFC156"/>
                      </a:gs>
                    </a:gsLst>
                    <a:lin ang="3600000" scaled="0"/>
                  </a:gradFill>
                  <a:latin typeface="Source Han Sans CN Bold Bold"/>
                  <a:ea typeface="Source Han Sans CN Bold Bold"/>
                  <a:cs typeface="Source Han Sans CN Bold Bold"/>
                  <a:sym typeface="Source Han Sans CN Bold Bold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</a:t>
              </a:r>
            </a:p>
          </p:txBody>
        </p:sp>
        <p:sp>
          <p:nvSpPr>
            <p:cNvPr id="335" name="文本框 7"/>
            <p:cNvSpPr txBox="1"/>
            <p:nvPr/>
          </p:nvSpPr>
          <p:spPr>
            <a:xfrm>
              <a:off x="14410031" y="1057671"/>
              <a:ext cx="737374" cy="349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6610" tIns="16610" rIns="16610" bIns="16610" numCol="1" anchor="t">
              <a:spAutoFit/>
            </a:bodyPr>
            <a:lstStyle>
              <a:lvl1pPr defTabSz="1880870">
                <a:lnSpc>
                  <a:spcPct val="80000"/>
                </a:lnSpc>
                <a:defRPr sz="2000">
                  <a:gradFill flip="none" rotWithShape="1">
                    <a:gsLst>
                      <a:gs pos="0">
                        <a:srgbClr val="FFE68D"/>
                      </a:gs>
                      <a:gs pos="100000">
                        <a:srgbClr val="FFC156"/>
                      </a:gs>
                    </a:gsLst>
                    <a:lin ang="3600000" scaled="0"/>
                  </a:gradFill>
                  <a:latin typeface="Source Han Sans CN Bold Bold"/>
                  <a:ea typeface="Source Han Sans CN Bold Bold"/>
                  <a:cs typeface="Source Han Sans CN Bold Bold"/>
                  <a:sym typeface="Source Han Sans CN Bold Bold"/>
                </a:defRPr>
              </a:lvl1pPr>
            </a:lstStyle>
            <a:p>
              <a:r>
                <a:rPr sz="703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</a:t>
              </a:r>
            </a:p>
          </p:txBody>
        </p:sp>
        <p:grpSp>
          <p:nvGrpSpPr>
            <p:cNvPr id="336" name="成组"/>
            <p:cNvGrpSpPr/>
            <p:nvPr/>
          </p:nvGrpSpPr>
          <p:grpSpPr>
            <a:xfrm>
              <a:off x="14410028" y="539218"/>
              <a:ext cx="274505" cy="274505"/>
              <a:chOff x="0" y="0"/>
              <a:chExt cx="274504" cy="274503"/>
            </a:xfrm>
          </p:grpSpPr>
          <p:sp>
            <p:nvSpPr>
              <p:cNvPr id="339" name="圆形"/>
              <p:cNvSpPr/>
              <p:nvPr/>
            </p:nvSpPr>
            <p:spPr>
              <a:xfrm>
                <a:off x="0" y="0"/>
                <a:ext cx="274505" cy="274504"/>
              </a:xfrm>
              <a:prstGeom prst="ellipse">
                <a:avLst/>
              </a:prstGeom>
              <a:solidFill>
                <a:srgbClr val="FFFFFF">
                  <a:alpha val="3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8890" tIns="8890" rIns="8890" bIns="8890" numCol="1" anchor="ctr">
                <a:noAutofit/>
              </a:bodyPr>
              <a:lstStyle/>
              <a:p>
                <a:pPr defTabSz="1693696">
                  <a:lnSpc>
                    <a:spcPct val="90000"/>
                  </a:lnSpc>
                  <a:spcBef>
                    <a:spcPts val="3059"/>
                  </a:spcBef>
                  <a:defRPr sz="5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1899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endParaRPr>
              </a:p>
            </p:txBody>
          </p:sp>
          <p:sp>
            <p:nvSpPr>
              <p:cNvPr id="340" name="圆形"/>
              <p:cNvSpPr/>
              <p:nvPr/>
            </p:nvSpPr>
            <p:spPr>
              <a:xfrm>
                <a:off x="65544" y="65544"/>
                <a:ext cx="143417" cy="143417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8890" tIns="8890" rIns="8890" bIns="8890" numCol="1" anchor="ctr">
                <a:noAutofit/>
              </a:bodyPr>
              <a:lstStyle/>
              <a:p>
                <a:pPr defTabSz="1693696">
                  <a:lnSpc>
                    <a:spcPct val="90000"/>
                  </a:lnSpc>
                  <a:spcBef>
                    <a:spcPts val="3059"/>
                  </a:spcBef>
                  <a:defRPr sz="5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1899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endParaRPr>
              </a:p>
            </p:txBody>
          </p:sp>
        </p:grpSp>
        <p:sp>
          <p:nvSpPr>
            <p:cNvPr id="337" name="圆角矩形"/>
            <p:cNvSpPr/>
            <p:nvPr/>
          </p:nvSpPr>
          <p:spPr>
            <a:xfrm rot="21143348">
              <a:off x="12530211" y="794099"/>
              <a:ext cx="2035399" cy="37184"/>
            </a:xfrm>
            <a:prstGeom prst="roundRect">
              <a:avLst>
                <a:gd name="adj" fmla="val 45929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8890" tIns="8890" rIns="8890" bIns="8890" numCol="1" anchor="ctr">
              <a:noAutofit/>
            </a:bodyPr>
            <a:lstStyle/>
            <a:p>
              <a:pPr defTabSz="1693696">
                <a:lnSpc>
                  <a:spcPct val="90000"/>
                </a:lnSpc>
                <a:spcBef>
                  <a:spcPts val="3059"/>
                </a:spcBef>
                <a:defRPr sz="5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1899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338" name="文本框 7"/>
            <p:cNvSpPr txBox="1"/>
            <p:nvPr/>
          </p:nvSpPr>
          <p:spPr>
            <a:xfrm>
              <a:off x="13934013" y="-1"/>
              <a:ext cx="1226530" cy="3755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6610" tIns="16610" rIns="16610" bIns="16610" numCol="1" anchor="t">
              <a:spAutoFit/>
            </a:bodyPr>
            <a:lstStyle>
              <a:lvl1pPr defTabSz="1880870">
                <a:lnSpc>
                  <a:spcPct val="80000"/>
                </a:lnSpc>
                <a:defRPr sz="2200">
                  <a:gradFill flip="none" rotWithShape="1">
                    <a:gsLst>
                      <a:gs pos="0">
                        <a:srgbClr val="FFE68D"/>
                      </a:gs>
                      <a:gs pos="100000">
                        <a:srgbClr val="FFC156"/>
                      </a:gs>
                    </a:gsLst>
                    <a:lin ang="3600000" scaled="0"/>
                  </a:gradFill>
                  <a:latin typeface="Source Han Sans CN Bold Bold"/>
                  <a:ea typeface="Source Han Sans CN Bold Bold"/>
                  <a:cs typeface="Source Han Sans CN Bold Bold"/>
                  <a:sym typeface="Source Han Sans CN Bold Bold"/>
                </a:defRPr>
              </a:lvl1pPr>
            </a:lstStyle>
            <a:p>
              <a:r>
                <a:rPr sz="774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</a:t>
              </a:r>
            </a:p>
          </p:txBody>
        </p:sp>
      </p:grpSp>
      <p:sp>
        <p:nvSpPr>
          <p:cNvPr id="356" name="文本框 34"/>
          <p:cNvSpPr txBox="1"/>
          <p:nvPr/>
        </p:nvSpPr>
        <p:spPr>
          <a:xfrm>
            <a:off x="1501278" y="2107625"/>
            <a:ext cx="3839729" cy="239063"/>
          </a:xfrm>
          <a:prstGeom prst="rect">
            <a:avLst/>
          </a:prstGeom>
          <a:ln w="12700">
            <a:miter lim="400000"/>
          </a:ln>
        </p:spPr>
        <p:txBody>
          <a:bodyPr lIns="11251" tIns="11251" rIns="11251" bIns="11251">
            <a:spAutoFit/>
          </a:bodyPr>
          <a:lstStyle/>
          <a:p>
            <a:pPr lvl="1" algn="ctr" defTabSz="114312">
              <a:defRPr sz="3500">
                <a:solidFill>
                  <a:srgbClr val="FFFFFF"/>
                </a:solidFill>
                <a:latin typeface="Source Han Sans CN Bold Bold"/>
                <a:ea typeface="Source Han Sans CN Bold Bold"/>
                <a:cs typeface="Source Han Sans CN Bold Bold"/>
                <a:sym typeface="Source Han Sans CN Bold Bold"/>
              </a:defRPr>
            </a:pPr>
            <a:r>
              <a:rPr lang="zh-CN" altLang="en-US" sz="1406" b="1" dirty="0">
                <a:solidFill>
                  <a:srgbClr val="203864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  <a:cs typeface="Source Han Sans CN" charset="-122"/>
              </a:rPr>
              <a:t>二级标题二级标题二级标题</a:t>
            </a:r>
          </a:p>
        </p:txBody>
      </p:sp>
      <p:sp>
        <p:nvSpPr>
          <p:cNvPr id="357" name="Broader scope…"/>
          <p:cNvSpPr txBox="1"/>
          <p:nvPr/>
        </p:nvSpPr>
        <p:spPr>
          <a:xfrm>
            <a:off x="7964675" y="2172212"/>
            <a:ext cx="2641347" cy="241587"/>
          </a:xfrm>
          <a:prstGeom prst="rect">
            <a:avLst/>
          </a:prstGeom>
          <a:ln w="12700">
            <a:miter lim="400000"/>
          </a:ln>
        </p:spPr>
        <p:txBody>
          <a:bodyPr wrap="none" lIns="12501" tIns="12501" rIns="12501" bIns="12501" anchor="ctr">
            <a:spAutoFit/>
          </a:bodyPr>
          <a:lstStyle/>
          <a:p>
            <a:pPr lvl="1" algn="ctr" defTabSz="155616">
              <a:defRPr sz="3500">
                <a:gradFill flip="none" rotWithShape="1">
                  <a:gsLst>
                    <a:gs pos="0">
                      <a:srgbClr val="FFE68D"/>
                    </a:gs>
                    <a:gs pos="100000">
                      <a:srgbClr val="FFC156"/>
                    </a:gs>
                  </a:gsLst>
                  <a:lin ang="3600000" scaled="0"/>
                </a:gradFill>
                <a:latin typeface="Source Han Sans CN Bold Bold"/>
                <a:ea typeface="Source Han Sans CN Bold Bold"/>
                <a:cs typeface="Source Han Sans CN Bold Bold"/>
                <a:sym typeface="Source Han Sans CN Bold Bold"/>
              </a:defRPr>
            </a:pPr>
            <a:r>
              <a:rPr lang="zh-CN" altLang="en-US" sz="1406" b="1" dirty="0">
                <a:solidFill>
                  <a:srgbClr val="203864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  <a:cs typeface="Source Han Sans CN" charset="-122"/>
              </a:rPr>
              <a:t>二级标题二级标题二级标题</a:t>
            </a:r>
          </a:p>
        </p:txBody>
      </p:sp>
      <p:grpSp>
        <p:nvGrpSpPr>
          <p:cNvPr id="358" name="成组"/>
          <p:cNvGrpSpPr/>
          <p:nvPr/>
        </p:nvGrpSpPr>
        <p:grpSpPr>
          <a:xfrm>
            <a:off x="1073616" y="5038038"/>
            <a:ext cx="803541" cy="368396"/>
            <a:chOff x="0" y="108341"/>
            <a:chExt cx="2285625" cy="1047881"/>
          </a:xfrm>
        </p:grpSpPr>
        <p:sp>
          <p:nvSpPr>
            <p:cNvPr id="359" name="矩形"/>
            <p:cNvSpPr/>
            <p:nvPr/>
          </p:nvSpPr>
          <p:spPr>
            <a:xfrm>
              <a:off x="0" y="108341"/>
              <a:ext cx="783684" cy="468891"/>
            </a:xfrm>
            <a:prstGeom prst="rect">
              <a:avLst/>
            </a:prstGeom>
            <a:gradFill flip="none" rotWithShape="1">
              <a:gsLst>
                <a:gs pos="0">
                  <a:srgbClr val="939CFF"/>
                </a:gs>
                <a:gs pos="100000">
                  <a:srgbClr val="C1E7FD"/>
                </a:gs>
              </a:gsLst>
              <a:lin ang="15582167" scaled="0"/>
            </a:gradFill>
            <a:ln w="3175" cap="flat">
              <a:noFill/>
              <a:miter lim="400000"/>
            </a:ln>
            <a:effectLst/>
          </p:spPr>
          <p:txBody>
            <a:bodyPr wrap="square" lIns="58042" tIns="58042" rIns="58042" bIns="58042" numCol="1" anchor="ctr">
              <a:noAutofit/>
            </a:bodyPr>
            <a:lstStyle/>
            <a:p>
              <a:pPr defTabSz="983933"/>
              <a:endParaRPr sz="844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endParaRPr>
            </a:p>
          </p:txBody>
        </p:sp>
        <p:sp>
          <p:nvSpPr>
            <p:cNvPr id="360" name="XXXXXXX…"/>
            <p:cNvSpPr/>
            <p:nvPr/>
          </p:nvSpPr>
          <p:spPr>
            <a:xfrm>
              <a:off x="879736" y="799353"/>
              <a:ext cx="1405889" cy="356869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8890" tIns="8890" rIns="8890" bIns="8890" numCol="1" anchor="ctr">
              <a:spAutoFit/>
            </a:bodyPr>
            <a:lstStyle/>
            <a:p>
              <a:pPr defTabSz="6251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pPr>
              <a:r>
                <a:rPr sz="703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XXXXXXXX</a:t>
              </a:r>
            </a:p>
          </p:txBody>
        </p:sp>
      </p:grpSp>
      <p:grpSp>
        <p:nvGrpSpPr>
          <p:cNvPr id="361" name="成组"/>
          <p:cNvGrpSpPr/>
          <p:nvPr/>
        </p:nvGrpSpPr>
        <p:grpSpPr>
          <a:xfrm>
            <a:off x="2152300" y="5040461"/>
            <a:ext cx="799487" cy="365973"/>
            <a:chOff x="-1" y="115234"/>
            <a:chExt cx="2274093" cy="1040988"/>
          </a:xfrm>
        </p:grpSpPr>
        <p:grpSp>
          <p:nvGrpSpPr>
            <p:cNvPr id="362" name="·"/>
            <p:cNvGrpSpPr/>
            <p:nvPr/>
          </p:nvGrpSpPr>
          <p:grpSpPr>
            <a:xfrm>
              <a:off x="-1" y="115234"/>
              <a:ext cx="783686" cy="455107"/>
              <a:chOff x="0" y="-1"/>
              <a:chExt cx="783684" cy="455106"/>
            </a:xfrm>
          </p:grpSpPr>
          <p:sp>
            <p:nvSpPr>
              <p:cNvPr id="364" name="矩形"/>
              <p:cNvSpPr/>
              <p:nvPr/>
            </p:nvSpPr>
            <p:spPr>
              <a:xfrm>
                <a:off x="0" y="-1"/>
                <a:ext cx="783684" cy="455106"/>
              </a:xfrm>
              <a:prstGeom prst="rect">
                <a:avLst/>
              </a:prstGeom>
              <a:solidFill>
                <a:srgbClr val="D0D7FF">
                  <a:alpha val="2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8890" tIns="8890" rIns="8890" bIns="8890" numCol="1" anchor="ctr">
                <a:noAutofit/>
              </a:bodyPr>
              <a:lstStyle/>
              <a:p>
                <a:pPr defTabSz="666226">
                  <a:defRPr sz="1200">
                    <a:solidFill>
                      <a:srgbClr val="666666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pPr>
                <a:endParaRPr sz="422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endParaRPr>
              </a:p>
            </p:txBody>
          </p:sp>
          <p:sp>
            <p:nvSpPr>
              <p:cNvPr id="365" name="·"/>
              <p:cNvSpPr/>
              <p:nvPr/>
            </p:nvSpPr>
            <p:spPr>
              <a:xfrm>
                <a:off x="0" y="22268"/>
                <a:ext cx="783684" cy="4105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39309" tIns="39309" rIns="39309" bIns="39309" numCol="1" anchor="ctr">
                <a:spAutoFit/>
              </a:bodyPr>
              <a:lstStyle>
                <a:lvl1pPr defTabSz="1894840">
                  <a:defRPr sz="1200">
                    <a:solidFill>
                      <a:srgbClr val="666666"/>
                    </a:solidFill>
                    <a:latin typeface="微软雅黑"/>
                    <a:ea typeface="微软雅黑"/>
                    <a:cs typeface="微软雅黑"/>
                    <a:sym typeface="微软雅黑"/>
                  </a:defRPr>
                </a:lvl1pPr>
              </a:lstStyle>
              <a:p>
                <a:r>
                  <a:rPr sz="422">
                    <a:solidFill>
                      <a:srgbClr val="203864"/>
                    </a:solidFill>
                    <a:latin typeface="FZLanTingHeiS-R-GB" panose="02000000000000000000" pitchFamily="2" charset="-122"/>
                    <a:ea typeface="FZLanTingHeiS-R-GB" panose="02000000000000000000" pitchFamily="2" charset="-122"/>
                  </a:rPr>
                  <a:t>·</a:t>
                </a:r>
              </a:p>
            </p:txBody>
          </p:sp>
        </p:grpSp>
        <p:sp>
          <p:nvSpPr>
            <p:cNvPr id="363" name="XXXXXXX…"/>
            <p:cNvSpPr/>
            <p:nvPr/>
          </p:nvSpPr>
          <p:spPr>
            <a:xfrm>
              <a:off x="868203" y="799353"/>
              <a:ext cx="1405889" cy="356869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8890" tIns="8890" rIns="8890" bIns="8890" numCol="1" anchor="ctr">
              <a:spAutoFit/>
            </a:bodyPr>
            <a:lstStyle/>
            <a:p>
              <a:pPr defTabSz="6251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pPr>
              <a:r>
                <a:rPr sz="703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XXXXXXXX</a:t>
              </a:r>
            </a:p>
          </p:txBody>
        </p:sp>
      </p:grpSp>
      <p:grpSp>
        <p:nvGrpSpPr>
          <p:cNvPr id="366" name="成组"/>
          <p:cNvGrpSpPr/>
          <p:nvPr/>
        </p:nvGrpSpPr>
        <p:grpSpPr>
          <a:xfrm>
            <a:off x="3266280" y="5081716"/>
            <a:ext cx="799487" cy="324718"/>
            <a:chOff x="-1" y="232580"/>
            <a:chExt cx="2274093" cy="923642"/>
          </a:xfrm>
        </p:grpSpPr>
        <p:grpSp>
          <p:nvGrpSpPr>
            <p:cNvPr id="367" name="成组"/>
            <p:cNvGrpSpPr/>
            <p:nvPr/>
          </p:nvGrpSpPr>
          <p:grpSpPr>
            <a:xfrm>
              <a:off x="-1" y="232580"/>
              <a:ext cx="783687" cy="220415"/>
              <a:chOff x="0" y="0"/>
              <a:chExt cx="783685" cy="220413"/>
            </a:xfrm>
          </p:grpSpPr>
          <p:sp>
            <p:nvSpPr>
              <p:cNvPr id="369" name="圆角矩形"/>
              <p:cNvSpPr/>
              <p:nvPr/>
            </p:nvSpPr>
            <p:spPr>
              <a:xfrm>
                <a:off x="0" y="99977"/>
                <a:ext cx="783686" cy="204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6" y="21600"/>
                    </a:moveTo>
                    <a:lnTo>
                      <a:pt x="21484" y="21600"/>
                    </a:lnTo>
                    <a:cubicBezTo>
                      <a:pt x="21518" y="21600"/>
                      <a:pt x="21538" y="21600"/>
                      <a:pt x="21552" y="21382"/>
                    </a:cubicBezTo>
                    <a:cubicBezTo>
                      <a:pt x="21572" y="21109"/>
                      <a:pt x="21587" y="20517"/>
                      <a:pt x="21594" y="19765"/>
                    </a:cubicBezTo>
                    <a:cubicBezTo>
                      <a:pt x="21600" y="19244"/>
                      <a:pt x="21600" y="18462"/>
                      <a:pt x="21600" y="17158"/>
                    </a:cubicBezTo>
                    <a:lnTo>
                      <a:pt x="21600" y="4442"/>
                    </a:lnTo>
                    <a:cubicBezTo>
                      <a:pt x="21600" y="3138"/>
                      <a:pt x="21600" y="2356"/>
                      <a:pt x="21594" y="1835"/>
                    </a:cubicBezTo>
                    <a:cubicBezTo>
                      <a:pt x="21587" y="1083"/>
                      <a:pt x="21572" y="491"/>
                      <a:pt x="21552" y="218"/>
                    </a:cubicBezTo>
                    <a:cubicBezTo>
                      <a:pt x="21538" y="0"/>
                      <a:pt x="21518" y="0"/>
                      <a:pt x="21484" y="0"/>
                    </a:cubicBezTo>
                    <a:lnTo>
                      <a:pt x="116" y="0"/>
                    </a:lnTo>
                    <a:cubicBezTo>
                      <a:pt x="82" y="0"/>
                      <a:pt x="62" y="0"/>
                      <a:pt x="48" y="218"/>
                    </a:cubicBezTo>
                    <a:cubicBezTo>
                      <a:pt x="28" y="491"/>
                      <a:pt x="13" y="1083"/>
                      <a:pt x="6" y="1835"/>
                    </a:cubicBezTo>
                    <a:cubicBezTo>
                      <a:pt x="0" y="2356"/>
                      <a:pt x="0" y="3138"/>
                      <a:pt x="0" y="4442"/>
                    </a:cubicBezTo>
                    <a:lnTo>
                      <a:pt x="0" y="17158"/>
                    </a:lnTo>
                    <a:cubicBezTo>
                      <a:pt x="0" y="18462"/>
                      <a:pt x="0" y="19244"/>
                      <a:pt x="6" y="19765"/>
                    </a:cubicBezTo>
                    <a:cubicBezTo>
                      <a:pt x="13" y="20517"/>
                      <a:pt x="28" y="21109"/>
                      <a:pt x="48" y="21382"/>
                    </a:cubicBezTo>
                    <a:cubicBezTo>
                      <a:pt x="62" y="21600"/>
                      <a:pt x="82" y="21600"/>
                      <a:pt x="116" y="21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8890" tIns="8890" rIns="8890" bIns="8890" numCol="1" anchor="ctr">
                <a:noAutofit/>
              </a:bodyPr>
              <a:lstStyle/>
              <a:p>
                <a:pPr defTabSz="1693696">
                  <a:lnSpc>
                    <a:spcPct val="90000"/>
                  </a:lnSpc>
                  <a:spcBef>
                    <a:spcPts val="3059"/>
                  </a:spcBef>
                  <a:defRPr sz="5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1899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endParaRPr>
              </a:p>
            </p:txBody>
          </p:sp>
          <p:grpSp>
            <p:nvGrpSpPr>
              <p:cNvPr id="370" name="成组"/>
              <p:cNvGrpSpPr/>
              <p:nvPr/>
            </p:nvGrpSpPr>
            <p:grpSpPr>
              <a:xfrm>
                <a:off x="281636" y="-1"/>
                <a:ext cx="220415" cy="220415"/>
                <a:chOff x="0" y="0"/>
                <a:chExt cx="220413" cy="220413"/>
              </a:xfrm>
            </p:grpSpPr>
            <p:sp>
              <p:nvSpPr>
                <p:cNvPr id="371" name="圆形"/>
                <p:cNvSpPr/>
                <p:nvPr/>
              </p:nvSpPr>
              <p:spPr>
                <a:xfrm>
                  <a:off x="0" y="-1"/>
                  <a:ext cx="220414" cy="220415"/>
                </a:xfrm>
                <a:prstGeom prst="ellipse">
                  <a:avLst/>
                </a:prstGeom>
                <a:solidFill>
                  <a:srgbClr val="FFFFFF">
                    <a:alpha val="30000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8890" tIns="8890" rIns="8890" bIns="8890" numCol="1" anchor="ctr">
                  <a:noAutofit/>
                </a:bodyPr>
                <a:lstStyle/>
                <a:p>
                  <a:pPr defTabSz="1693696">
                    <a:lnSpc>
                      <a:spcPct val="90000"/>
                    </a:lnSpc>
                    <a:spcBef>
                      <a:spcPts val="3059"/>
                    </a:spcBef>
                    <a:defRPr sz="5400"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pPr>
                  <a:endParaRPr sz="1899">
                    <a:solidFill>
                      <a:srgbClr val="203864"/>
                    </a:solidFill>
                    <a:latin typeface="FZLanTingHeiS-R-GB" panose="02000000000000000000" pitchFamily="2" charset="-122"/>
                    <a:ea typeface="FZLanTingHeiS-R-GB" panose="02000000000000000000" pitchFamily="2" charset="-122"/>
                  </a:endParaRPr>
                </a:p>
              </p:txBody>
            </p:sp>
            <p:sp>
              <p:nvSpPr>
                <p:cNvPr id="372" name="圆形"/>
                <p:cNvSpPr/>
                <p:nvPr/>
              </p:nvSpPr>
              <p:spPr>
                <a:xfrm>
                  <a:off x="52628" y="52629"/>
                  <a:ext cx="115157" cy="115157"/>
                </a:xfrm>
                <a:prstGeom prst="ellipse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8890" tIns="8890" rIns="8890" bIns="8890" numCol="1" anchor="ctr">
                  <a:noAutofit/>
                </a:bodyPr>
                <a:lstStyle/>
                <a:p>
                  <a:pPr defTabSz="1693696">
                    <a:lnSpc>
                      <a:spcPct val="90000"/>
                    </a:lnSpc>
                    <a:spcBef>
                      <a:spcPts val="3059"/>
                    </a:spcBef>
                    <a:defRPr sz="5400"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pPr>
                  <a:endParaRPr sz="1899">
                    <a:solidFill>
                      <a:srgbClr val="203864"/>
                    </a:solidFill>
                    <a:latin typeface="FZLanTingHeiS-R-GB" panose="02000000000000000000" pitchFamily="2" charset="-122"/>
                    <a:ea typeface="FZLanTingHeiS-R-GB" panose="02000000000000000000" pitchFamily="2" charset="-122"/>
                  </a:endParaRPr>
                </a:p>
              </p:txBody>
            </p:sp>
          </p:grpSp>
        </p:grpSp>
        <p:sp>
          <p:nvSpPr>
            <p:cNvPr id="368" name="XXXXXXX…"/>
            <p:cNvSpPr/>
            <p:nvPr/>
          </p:nvSpPr>
          <p:spPr>
            <a:xfrm>
              <a:off x="868203" y="799353"/>
              <a:ext cx="1405889" cy="356869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8890" tIns="8890" rIns="8890" bIns="8890" numCol="1" anchor="ctr">
              <a:spAutoFit/>
            </a:bodyPr>
            <a:lstStyle/>
            <a:p>
              <a:pPr defTabSz="6251">
                <a:defRPr sz="2000">
                  <a:solidFill>
                    <a:srgbClr val="FFFFFF"/>
                  </a:solidFill>
                  <a:latin typeface="Source Han Sans CN Regular"/>
                  <a:ea typeface="Source Han Sans CN Regular"/>
                  <a:cs typeface="Source Han Sans CN Regular"/>
                  <a:sym typeface="Source Han Sans CN Regular"/>
                </a:defRPr>
              </a:pPr>
              <a:r>
                <a:rPr sz="703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</a:rPr>
                <a:t>XXXXXXXX</a:t>
              </a:r>
            </a:p>
          </p:txBody>
        </p:sp>
      </p:grpSp>
      <p:sp>
        <p:nvSpPr>
          <p:cNvPr id="374" name="Intelligent Base 1.0: legacy of achievement…"/>
          <p:cNvSpPr txBox="1"/>
          <p:nvPr/>
        </p:nvSpPr>
        <p:spPr>
          <a:xfrm>
            <a:off x="2494724" y="5512103"/>
            <a:ext cx="2172390" cy="234295"/>
          </a:xfrm>
          <a:prstGeom prst="rect">
            <a:avLst/>
          </a:prstGeom>
          <a:ln w="12700">
            <a:miter lim="400000"/>
          </a:ln>
        </p:spPr>
        <p:txBody>
          <a:bodyPr wrap="none" lIns="8890" tIns="8890" rIns="8890" bIns="8890" anchor="ctr">
            <a:spAutoFit/>
          </a:bodyPr>
          <a:lstStyle/>
          <a:p>
            <a:pPr defTabSz="661314">
              <a:defRPr>
                <a:gradFill flip="none" rotWithShape="1">
                  <a:gsLst>
                    <a:gs pos="0">
                      <a:srgbClr val="FFE68D"/>
                    </a:gs>
                    <a:gs pos="100000">
                      <a:srgbClr val="FFC156"/>
                    </a:gs>
                  </a:gsLst>
                  <a:lin ang="3600000" scaled="0"/>
                </a:gradFill>
                <a:latin typeface="Source Han Sans CN Bold Bold"/>
                <a:ea typeface="Source Han Sans CN Bold Bold"/>
                <a:cs typeface="Source Han Sans CN Bold Bold"/>
                <a:sym typeface="Source Han Sans CN Bold Bold"/>
              </a:defRPr>
            </a:pPr>
            <a:r>
              <a:rPr lang="zh-CN" altLang="en-US" sz="1406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rPr>
              <a:t>一级强调文本一级强调文本</a:t>
            </a:r>
          </a:p>
        </p:txBody>
      </p:sp>
      <p:sp>
        <p:nvSpPr>
          <p:cNvPr id="375" name="&gt;25%"/>
          <p:cNvSpPr txBox="1"/>
          <p:nvPr/>
        </p:nvSpPr>
        <p:spPr>
          <a:xfrm>
            <a:off x="8806587" y="2808326"/>
            <a:ext cx="574196" cy="261610"/>
          </a:xfrm>
          <a:prstGeom prst="rect">
            <a:avLst/>
          </a:prstGeom>
          <a:ln w="12700">
            <a:miter lim="400000"/>
          </a:ln>
        </p:spPr>
        <p:txBody>
          <a:bodyPr wrap="none" lIns="8890" tIns="8890" rIns="8890" bIns="8890" anchor="ctr">
            <a:spAutoFit/>
          </a:bodyPr>
          <a:lstStyle>
            <a:lvl1pPr defTabSz="812800">
              <a:lnSpc>
                <a:spcPct val="120000"/>
              </a:lnSpc>
              <a:defRPr sz="4000">
                <a:gradFill flip="none" rotWithShape="1">
                  <a:gsLst>
                    <a:gs pos="0">
                      <a:srgbClr val="FFE68D"/>
                    </a:gs>
                    <a:gs pos="100000">
                      <a:srgbClr val="FFC156"/>
                    </a:gs>
                  </a:gsLst>
                  <a:lin ang="3600000" scaled="0"/>
                </a:gradFill>
                <a:latin typeface="Source Han Sans CN Bold Bold"/>
                <a:ea typeface="Source Han Sans CN Bold Bold"/>
                <a:cs typeface="Source Han Sans CN Bold Bold"/>
                <a:sym typeface="Source Han Sans CN Bold Bold"/>
              </a:defRPr>
            </a:lvl1pPr>
          </a:lstStyle>
          <a:p>
            <a:r>
              <a:rPr sz="1406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rPr>
              <a:t>100% </a:t>
            </a:r>
          </a:p>
        </p:txBody>
      </p:sp>
      <p:sp>
        <p:nvSpPr>
          <p:cNvPr id="376" name="XXXXXXXX…"/>
          <p:cNvSpPr txBox="1"/>
          <p:nvPr/>
        </p:nvSpPr>
        <p:spPr>
          <a:xfrm>
            <a:off x="8836725" y="3141220"/>
            <a:ext cx="537327" cy="153247"/>
          </a:xfrm>
          <a:prstGeom prst="rect">
            <a:avLst/>
          </a:prstGeom>
          <a:ln w="12700">
            <a:miter lim="400000"/>
          </a:ln>
        </p:spPr>
        <p:txBody>
          <a:bodyPr wrap="none" lIns="8890" tIns="8890" rIns="8890" bIns="8890" anchor="ctr">
            <a:spAutoFit/>
          </a:bodyPr>
          <a:lstStyle/>
          <a:p>
            <a:pPr defTabSz="285780">
              <a:defRPr sz="2500">
                <a:solidFill>
                  <a:srgbClr val="FFFFFF"/>
                </a:solidFill>
                <a:latin typeface="Source Han Sans CN Regular"/>
                <a:ea typeface="Source Han Sans CN Regular"/>
                <a:cs typeface="Source Han Sans CN Regular"/>
                <a:sym typeface="Source Han Sans CN Regular"/>
              </a:defRPr>
            </a:pPr>
            <a:r>
              <a:rPr sz="879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rPr>
              <a:t>XXXXXX</a:t>
            </a:r>
          </a:p>
        </p:txBody>
      </p:sp>
      <p:sp>
        <p:nvSpPr>
          <p:cNvPr id="377" name="xxxxx…"/>
          <p:cNvSpPr txBox="1"/>
          <p:nvPr/>
        </p:nvSpPr>
        <p:spPr>
          <a:xfrm>
            <a:off x="7554727" y="3979469"/>
            <a:ext cx="394660" cy="245260"/>
          </a:xfrm>
          <a:prstGeom prst="rect">
            <a:avLst/>
          </a:prstGeom>
          <a:ln w="12700">
            <a:miter lim="400000"/>
          </a:ln>
        </p:spPr>
        <p:txBody>
          <a:bodyPr wrap="none" lIns="8890" tIns="8890" rIns="8890" bIns="8890" anchor="ctr">
            <a:spAutoFit/>
          </a:bodyPr>
          <a:lstStyle/>
          <a:p>
            <a:pPr defTabSz="1492980">
              <a:defRPr sz="2200">
                <a:solidFill>
                  <a:srgbClr val="FFFFFF"/>
                </a:solidFill>
                <a:latin typeface="Source Han Sans CN Medium"/>
                <a:ea typeface="Source Han Sans CN Medium"/>
                <a:cs typeface="Source Han Sans CN Medium"/>
                <a:sym typeface="Source Han Sans CN Medium"/>
              </a:defRPr>
            </a:pPr>
            <a:r>
              <a:rPr sz="774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rPr>
              <a:t>XXXXX</a:t>
            </a:r>
          </a:p>
          <a:p>
            <a:pPr defTabSz="1492980">
              <a:defRPr sz="2000">
                <a:solidFill>
                  <a:srgbClr val="FFFFFF"/>
                </a:solidFill>
                <a:latin typeface="Source Han Sans CN Medium"/>
                <a:ea typeface="Source Han Sans CN Medium"/>
                <a:cs typeface="Source Han Sans CN Medium"/>
                <a:sym typeface="Source Han Sans CN Medium"/>
              </a:defRPr>
            </a:pPr>
            <a:r>
              <a:rPr sz="703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rPr>
              <a:t>XXX</a:t>
            </a:r>
          </a:p>
        </p:txBody>
      </p:sp>
      <p:sp>
        <p:nvSpPr>
          <p:cNvPr id="378" name="xxxxx…"/>
          <p:cNvSpPr txBox="1"/>
          <p:nvPr/>
        </p:nvSpPr>
        <p:spPr>
          <a:xfrm>
            <a:off x="8621625" y="3934820"/>
            <a:ext cx="319318" cy="245260"/>
          </a:xfrm>
          <a:prstGeom prst="rect">
            <a:avLst/>
          </a:prstGeom>
          <a:ln w="12700">
            <a:miter lim="400000"/>
          </a:ln>
        </p:spPr>
        <p:txBody>
          <a:bodyPr wrap="none" lIns="8890" tIns="8890" rIns="8890" bIns="8890" anchor="ctr">
            <a:spAutoFit/>
          </a:bodyPr>
          <a:lstStyle/>
          <a:p>
            <a:pPr defTabSz="1492980">
              <a:defRPr sz="2200">
                <a:solidFill>
                  <a:srgbClr val="FFFFFF"/>
                </a:solidFill>
                <a:latin typeface="Source Han Sans CN Medium"/>
                <a:ea typeface="Source Han Sans CN Medium"/>
                <a:cs typeface="Source Han Sans CN Medium"/>
                <a:sym typeface="Source Han Sans CN Medium"/>
              </a:defRPr>
            </a:pPr>
            <a:r>
              <a:rPr sz="774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rPr>
              <a:t>XXXX</a:t>
            </a:r>
          </a:p>
          <a:p>
            <a:pPr defTabSz="1492980">
              <a:defRPr sz="2000">
                <a:solidFill>
                  <a:srgbClr val="FFFFFF"/>
                </a:solidFill>
                <a:latin typeface="Source Han Sans CN Medium"/>
                <a:ea typeface="Source Han Sans CN Medium"/>
                <a:cs typeface="Source Han Sans CN Medium"/>
                <a:sym typeface="Source Han Sans CN Medium"/>
              </a:defRPr>
            </a:pPr>
            <a:r>
              <a:rPr sz="703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rPr>
              <a:t>XXX</a:t>
            </a:r>
          </a:p>
        </p:txBody>
      </p:sp>
      <p:sp>
        <p:nvSpPr>
          <p:cNvPr id="379" name="xxxxx…"/>
          <p:cNvSpPr txBox="1"/>
          <p:nvPr/>
        </p:nvSpPr>
        <p:spPr>
          <a:xfrm>
            <a:off x="9502212" y="3808127"/>
            <a:ext cx="394660" cy="245260"/>
          </a:xfrm>
          <a:prstGeom prst="rect">
            <a:avLst/>
          </a:prstGeom>
          <a:ln w="12700">
            <a:miter lim="400000"/>
          </a:ln>
        </p:spPr>
        <p:txBody>
          <a:bodyPr wrap="none" lIns="8890" tIns="8890" rIns="8890" bIns="8890" anchor="ctr">
            <a:spAutoFit/>
          </a:bodyPr>
          <a:lstStyle/>
          <a:p>
            <a:pPr defTabSz="1492980">
              <a:defRPr sz="2200">
                <a:solidFill>
                  <a:srgbClr val="FFFFFF"/>
                </a:solidFill>
                <a:latin typeface="Source Han Sans CN Medium"/>
                <a:ea typeface="Source Han Sans CN Medium"/>
                <a:cs typeface="Source Han Sans CN Medium"/>
                <a:sym typeface="Source Han Sans CN Medium"/>
              </a:defRPr>
            </a:pPr>
            <a:r>
              <a:rPr sz="774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rPr>
              <a:t>XXXXX</a:t>
            </a:r>
          </a:p>
          <a:p>
            <a:pPr defTabSz="1492980">
              <a:defRPr sz="2000">
                <a:solidFill>
                  <a:srgbClr val="FFFFFF"/>
                </a:solidFill>
                <a:latin typeface="Source Han Sans CN Medium"/>
                <a:ea typeface="Source Han Sans CN Medium"/>
                <a:cs typeface="Source Han Sans CN Medium"/>
                <a:sym typeface="Source Han Sans CN Medium"/>
              </a:defRPr>
            </a:pPr>
            <a:r>
              <a:rPr sz="703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rPr>
              <a:t>XXX</a:t>
            </a:r>
          </a:p>
        </p:txBody>
      </p:sp>
      <p:sp>
        <p:nvSpPr>
          <p:cNvPr id="380" name="xxxxx…"/>
          <p:cNvSpPr txBox="1"/>
          <p:nvPr/>
        </p:nvSpPr>
        <p:spPr>
          <a:xfrm>
            <a:off x="10344710" y="3539980"/>
            <a:ext cx="319318" cy="245260"/>
          </a:xfrm>
          <a:prstGeom prst="rect">
            <a:avLst/>
          </a:prstGeom>
          <a:ln w="12700">
            <a:miter lim="400000"/>
          </a:ln>
        </p:spPr>
        <p:txBody>
          <a:bodyPr wrap="none" lIns="8890" tIns="8890" rIns="8890" bIns="8890" anchor="ctr">
            <a:spAutoFit/>
          </a:bodyPr>
          <a:lstStyle/>
          <a:p>
            <a:pPr defTabSz="1492980">
              <a:defRPr sz="2200">
                <a:gradFill flip="none" rotWithShape="1">
                  <a:gsLst>
                    <a:gs pos="0">
                      <a:srgbClr val="FFE68D"/>
                    </a:gs>
                    <a:gs pos="100000">
                      <a:srgbClr val="FFC156"/>
                    </a:gs>
                  </a:gsLst>
                  <a:lin ang="3600000" scaled="0"/>
                </a:gradFill>
                <a:latin typeface="Source Han Sans CN Bold Bold"/>
                <a:ea typeface="Source Han Sans CN Bold Bold"/>
                <a:cs typeface="Source Han Sans CN Bold Bold"/>
                <a:sym typeface="Source Han Sans CN Bold Bold"/>
              </a:defRPr>
            </a:pPr>
            <a:r>
              <a:rPr sz="774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rPr>
              <a:t>XXXX</a:t>
            </a:r>
          </a:p>
          <a:p>
            <a:pPr defTabSz="1492980">
              <a:defRPr sz="2000">
                <a:gradFill flip="none" rotWithShape="1">
                  <a:gsLst>
                    <a:gs pos="0">
                      <a:srgbClr val="FFE68D"/>
                    </a:gs>
                    <a:gs pos="100000">
                      <a:srgbClr val="FFC156"/>
                    </a:gs>
                  </a:gsLst>
                  <a:lin ang="3600000" scaled="0"/>
                </a:gradFill>
                <a:latin typeface="Source Han Sans CN Bold Bold"/>
                <a:ea typeface="Source Han Sans CN Bold Bold"/>
                <a:cs typeface="Source Han Sans CN Bold Bold"/>
                <a:sym typeface="Source Han Sans CN Bold Bold"/>
              </a:defRPr>
            </a:pPr>
            <a:r>
              <a:rPr sz="703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rPr>
              <a:t>XXX</a:t>
            </a:r>
          </a:p>
        </p:txBody>
      </p:sp>
      <p:sp>
        <p:nvSpPr>
          <p:cNvPr id="381" name="Broader scope…"/>
          <p:cNvSpPr txBox="1"/>
          <p:nvPr/>
        </p:nvSpPr>
        <p:spPr>
          <a:xfrm>
            <a:off x="8516306" y="4442465"/>
            <a:ext cx="1227498" cy="214657"/>
          </a:xfrm>
          <a:prstGeom prst="rect">
            <a:avLst/>
          </a:prstGeom>
          <a:ln w="12700">
            <a:miter lim="400000"/>
          </a:ln>
        </p:spPr>
        <p:txBody>
          <a:bodyPr wrap="none" lIns="12501" tIns="12501" rIns="12501" bIns="12501" anchor="ctr">
            <a:spAutoFit/>
          </a:bodyPr>
          <a:lstStyle/>
          <a:p>
            <a:pPr defTabSz="155616">
              <a:defRPr sz="3500">
                <a:gradFill flip="none" rotWithShape="1">
                  <a:gsLst>
                    <a:gs pos="0">
                      <a:srgbClr val="FFE68D"/>
                    </a:gs>
                    <a:gs pos="100000">
                      <a:srgbClr val="FFC156"/>
                    </a:gs>
                  </a:gsLst>
                  <a:lin ang="3600000" scaled="0"/>
                </a:gradFill>
                <a:latin typeface="Source Han Sans CN Bold Bold"/>
                <a:ea typeface="Source Han Sans CN Bold Bold"/>
                <a:cs typeface="Source Han Sans CN Bold Bold"/>
                <a:sym typeface="Source Han Sans CN Bold Bold"/>
              </a:defRPr>
            </a:pPr>
            <a:r>
              <a:rPr sz="1231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rPr>
              <a:t>XXXXXXXXXX</a:t>
            </a:r>
          </a:p>
        </p:txBody>
      </p:sp>
      <p:sp>
        <p:nvSpPr>
          <p:cNvPr id="382" name="xxxxxx…"/>
          <p:cNvSpPr txBox="1"/>
          <p:nvPr/>
        </p:nvSpPr>
        <p:spPr>
          <a:xfrm>
            <a:off x="7444669" y="4845070"/>
            <a:ext cx="545342" cy="152221"/>
          </a:xfrm>
          <a:prstGeom prst="rect">
            <a:avLst/>
          </a:prstGeom>
          <a:ln w="12700">
            <a:miter lim="400000"/>
          </a:ln>
        </p:spPr>
        <p:txBody>
          <a:bodyPr wrap="none" lIns="8890" tIns="8890" rIns="8890" bIns="8890" anchor="ctr">
            <a:spAutoFit/>
          </a:bodyPr>
          <a:lstStyle/>
          <a:p>
            <a:pPr defTabSz="6251">
              <a:lnSpc>
                <a:spcPct val="120000"/>
              </a:lnSpc>
              <a:defRPr sz="2200">
                <a:solidFill>
                  <a:srgbClr val="FFFFFF"/>
                </a:solidFill>
                <a:latin typeface="Source Han Sans CN Regular"/>
                <a:ea typeface="Source Han Sans CN Regular"/>
                <a:cs typeface="Source Han Sans CN Regular"/>
                <a:sym typeface="Source Han Sans CN Regular"/>
              </a:defRPr>
            </a:pPr>
            <a:r>
              <a:rPr sz="774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rPr>
              <a:t>XXXXXXX</a:t>
            </a:r>
          </a:p>
        </p:txBody>
      </p:sp>
      <p:sp>
        <p:nvSpPr>
          <p:cNvPr id="383" name="xxxxxx…"/>
          <p:cNvSpPr txBox="1"/>
          <p:nvPr/>
        </p:nvSpPr>
        <p:spPr>
          <a:xfrm>
            <a:off x="8812214" y="4845070"/>
            <a:ext cx="545342" cy="152221"/>
          </a:xfrm>
          <a:prstGeom prst="rect">
            <a:avLst/>
          </a:prstGeom>
          <a:ln w="12700">
            <a:miter lim="400000"/>
          </a:ln>
        </p:spPr>
        <p:txBody>
          <a:bodyPr wrap="none" lIns="8890" tIns="8890" rIns="8890" bIns="8890" anchor="ctr">
            <a:spAutoFit/>
          </a:bodyPr>
          <a:lstStyle/>
          <a:p>
            <a:pPr defTabSz="6251">
              <a:lnSpc>
                <a:spcPct val="120000"/>
              </a:lnSpc>
              <a:defRPr sz="2200">
                <a:solidFill>
                  <a:srgbClr val="FFFFFF"/>
                </a:solidFill>
                <a:latin typeface="Source Han Sans CN Regular"/>
                <a:ea typeface="Source Han Sans CN Regular"/>
                <a:cs typeface="Source Han Sans CN Regular"/>
                <a:sym typeface="Source Han Sans CN Regular"/>
              </a:defRPr>
            </a:pPr>
            <a:r>
              <a:rPr sz="774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rPr>
              <a:t>XXXXXXX</a:t>
            </a:r>
          </a:p>
        </p:txBody>
      </p:sp>
      <p:sp>
        <p:nvSpPr>
          <p:cNvPr id="384" name="xxxxxx…"/>
          <p:cNvSpPr txBox="1"/>
          <p:nvPr/>
        </p:nvSpPr>
        <p:spPr>
          <a:xfrm>
            <a:off x="10179757" y="4845070"/>
            <a:ext cx="545342" cy="152221"/>
          </a:xfrm>
          <a:prstGeom prst="rect">
            <a:avLst/>
          </a:prstGeom>
          <a:ln w="12700">
            <a:miter lim="400000"/>
          </a:ln>
        </p:spPr>
        <p:txBody>
          <a:bodyPr wrap="none" lIns="8890" tIns="8890" rIns="8890" bIns="8890" anchor="ctr">
            <a:spAutoFit/>
          </a:bodyPr>
          <a:lstStyle/>
          <a:p>
            <a:pPr defTabSz="6251">
              <a:lnSpc>
                <a:spcPct val="120000"/>
              </a:lnSpc>
              <a:defRPr sz="2200">
                <a:solidFill>
                  <a:srgbClr val="FFFFFF"/>
                </a:solidFill>
                <a:latin typeface="Source Han Sans CN Regular"/>
                <a:ea typeface="Source Han Sans CN Regular"/>
                <a:cs typeface="Source Han Sans CN Regular"/>
                <a:sym typeface="Source Han Sans CN Regular"/>
              </a:defRPr>
            </a:pPr>
            <a:r>
              <a:rPr sz="774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rPr>
              <a:t>XXXXXXX</a:t>
            </a:r>
          </a:p>
        </p:txBody>
      </p:sp>
      <p:sp>
        <p:nvSpPr>
          <p:cNvPr id="2" name="矩形 1"/>
          <p:cNvSpPr/>
          <p:nvPr/>
        </p:nvSpPr>
        <p:spPr>
          <a:xfrm>
            <a:off x="665616" y="1483457"/>
            <a:ext cx="5818752" cy="362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 defTabSz="114312">
              <a:defRPr sz="4500">
                <a:solidFill>
                  <a:srgbClr val="1C2D4E"/>
                </a:solidFill>
                <a:latin typeface="+mn-lt"/>
                <a:ea typeface="+mn-ea"/>
                <a:cs typeface="+mn-cs"/>
                <a:sym typeface="Source Han Sans CN Bold Bold"/>
              </a:defRPr>
            </a:pPr>
            <a:r>
              <a:rPr lang="zh-CN" altLang="en-US" sz="1758" b="1" dirty="0">
                <a:solidFill>
                  <a:srgbClr val="203864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  <a:cs typeface="Source Han Sans CN" charset="-122"/>
              </a:rPr>
              <a:t>一级标题一级标题一级标题</a:t>
            </a:r>
          </a:p>
        </p:txBody>
      </p:sp>
      <p:sp>
        <p:nvSpPr>
          <p:cNvPr id="152" name="矩形 151"/>
          <p:cNvSpPr/>
          <p:nvPr/>
        </p:nvSpPr>
        <p:spPr>
          <a:xfrm>
            <a:off x="6865428" y="1485111"/>
            <a:ext cx="4406041" cy="362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defTabSz="114312">
              <a:defRPr sz="4500">
                <a:solidFill>
                  <a:srgbClr val="1C2D4E"/>
                </a:solidFill>
                <a:latin typeface="+mn-lt"/>
                <a:ea typeface="+mn-ea"/>
                <a:cs typeface="+mn-cs"/>
                <a:sym typeface="Source Han Sans CN Bold Bold"/>
              </a:defRPr>
            </a:pPr>
            <a:r>
              <a:rPr lang="zh-CN" altLang="en-US" sz="1758" b="1" dirty="0">
                <a:solidFill>
                  <a:srgbClr val="203864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  <a:cs typeface="Source Han Sans CN" charset="-122"/>
              </a:rPr>
              <a:t>一级标题一级标题一级标题</a:t>
            </a:r>
          </a:p>
        </p:txBody>
      </p:sp>
      <p:sp>
        <p:nvSpPr>
          <p:cNvPr id="7" name="用算力跨越空间"/>
          <p:cNvSpPr txBox="1"/>
          <p:nvPr/>
        </p:nvSpPr>
        <p:spPr>
          <a:xfrm>
            <a:off x="665616" y="752780"/>
            <a:ext cx="8597390" cy="403940"/>
          </a:xfrm>
          <a:prstGeom prst="rect">
            <a:avLst/>
          </a:prstGeom>
          <a:ln w="12700">
            <a:miter lim="400000"/>
          </a:ln>
        </p:spPr>
        <p:txBody>
          <a:bodyPr lIns="12501" tIns="12501" rIns="12501" bIns="12501">
            <a:spAutoFit/>
          </a:bodyPr>
          <a:lstStyle/>
          <a:p>
            <a:pPr defTabSz="609739">
              <a:defRPr sz="6000">
                <a:solidFill>
                  <a:srgbClr val="1C2D4E"/>
                </a:solidFill>
                <a:latin typeface="+mn-lt"/>
                <a:ea typeface="+mn-ea"/>
                <a:cs typeface="+mn-cs"/>
                <a:sym typeface="Source Han Sans CN Bold Bold"/>
              </a:defRPr>
            </a:pPr>
            <a:r>
              <a:rPr lang="zh-CN" altLang="en-US" sz="2461" b="1" dirty="0">
                <a:solidFill>
                  <a:srgbClr val="203864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  <a:cs typeface="Source Han Sans CN" charset="-122"/>
                <a:sym typeface="Source Han Sans CN Bold Bold"/>
              </a:rPr>
              <a:t>页内标题页内标题页内标题页内标题页内标题</a:t>
            </a:r>
          </a:p>
        </p:txBody>
      </p:sp>
    </p:spTree>
    <p:extLst>
      <p:ext uri="{BB962C8B-B14F-4D97-AF65-F5344CB8AC3E}">
        <p14:creationId xmlns:p14="http://schemas.microsoft.com/office/powerpoint/2010/main" val="2428337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"/>
          <p:cNvSpPr/>
          <p:nvPr/>
        </p:nvSpPr>
        <p:spPr>
          <a:xfrm>
            <a:off x="665616" y="2125209"/>
            <a:ext cx="4525889" cy="927101"/>
          </a:xfrm>
          <a:prstGeom prst="rect">
            <a:avLst/>
          </a:prstGeom>
          <a:solidFill>
            <a:srgbClr val="7030A0">
              <a:alpha val="9804"/>
            </a:srgbClr>
          </a:solidFill>
          <a:ln w="3175" cap="flat">
            <a:noFill/>
            <a:miter lim="400000"/>
          </a:ln>
          <a:effectLst/>
        </p:spPr>
        <p:txBody>
          <a:bodyPr wrap="square" lIns="39309" tIns="39309" rIns="39309" bIns="39309" numCol="1" anchor="ctr">
            <a:noAutofit/>
          </a:bodyPr>
          <a:lstStyle/>
          <a:p>
            <a:pPr defTabSz="666226"/>
            <a:endParaRPr sz="422">
              <a:solidFill>
                <a:srgbClr val="203864"/>
              </a:solidFill>
              <a:latin typeface="FZLanTingHeiS-R-GB" panose="02000000000000000000" pitchFamily="2" charset="-122"/>
              <a:ea typeface="FZLanTingHeiS-R-GB" panose="02000000000000000000" pitchFamily="2" charset="-122"/>
              <a:cs typeface="Source Han Sans CN" charset="-122"/>
            </a:endParaRPr>
          </a:p>
        </p:txBody>
      </p:sp>
      <p:sp>
        <p:nvSpPr>
          <p:cNvPr id="6" name="矩形"/>
          <p:cNvSpPr/>
          <p:nvPr/>
        </p:nvSpPr>
        <p:spPr>
          <a:xfrm>
            <a:off x="665616" y="3175882"/>
            <a:ext cx="1433106" cy="2745088"/>
          </a:xfrm>
          <a:prstGeom prst="rect">
            <a:avLst/>
          </a:prstGeom>
          <a:solidFill>
            <a:srgbClr val="7030A0">
              <a:alpha val="9804"/>
            </a:srgbClr>
          </a:solidFill>
          <a:ln w="3175" cap="flat">
            <a:noFill/>
            <a:miter lim="400000"/>
          </a:ln>
          <a:effectLst/>
        </p:spPr>
        <p:txBody>
          <a:bodyPr wrap="square" lIns="39309" tIns="39309" rIns="39309" bIns="39309" numCol="1" anchor="ctr">
            <a:noAutofit/>
          </a:bodyPr>
          <a:lstStyle/>
          <a:p>
            <a:pPr defTabSz="666226"/>
            <a:endParaRPr sz="422">
              <a:solidFill>
                <a:srgbClr val="203864"/>
              </a:solidFill>
              <a:latin typeface="FZLanTingHeiS-R-GB" panose="02000000000000000000" pitchFamily="2" charset="-122"/>
              <a:ea typeface="FZLanTingHeiS-R-GB" panose="02000000000000000000" pitchFamily="2" charset="-122"/>
              <a:cs typeface="Source Han Sans CN" charset="-122"/>
            </a:endParaRPr>
          </a:p>
        </p:txBody>
      </p:sp>
      <p:sp>
        <p:nvSpPr>
          <p:cNvPr id="7" name="矩形"/>
          <p:cNvSpPr/>
          <p:nvPr/>
        </p:nvSpPr>
        <p:spPr>
          <a:xfrm>
            <a:off x="2212007" y="3175882"/>
            <a:ext cx="1433106" cy="2745088"/>
          </a:xfrm>
          <a:prstGeom prst="rect">
            <a:avLst/>
          </a:prstGeom>
          <a:solidFill>
            <a:srgbClr val="7030A0">
              <a:alpha val="9804"/>
            </a:srgbClr>
          </a:solidFill>
          <a:ln w="3175" cap="flat">
            <a:noFill/>
            <a:miter lim="400000"/>
          </a:ln>
          <a:effectLst/>
        </p:spPr>
        <p:txBody>
          <a:bodyPr wrap="square" lIns="39309" tIns="39309" rIns="39309" bIns="39309" numCol="1" anchor="ctr">
            <a:noAutofit/>
          </a:bodyPr>
          <a:lstStyle/>
          <a:p>
            <a:pPr defTabSz="666226"/>
            <a:endParaRPr sz="422">
              <a:solidFill>
                <a:srgbClr val="203864"/>
              </a:solidFill>
              <a:latin typeface="FZLanTingHeiS-R-GB" panose="02000000000000000000" pitchFamily="2" charset="-122"/>
              <a:ea typeface="FZLanTingHeiS-R-GB" panose="02000000000000000000" pitchFamily="2" charset="-122"/>
              <a:cs typeface="Source Han Sans CN" charset="-122"/>
            </a:endParaRPr>
          </a:p>
        </p:txBody>
      </p:sp>
      <p:sp>
        <p:nvSpPr>
          <p:cNvPr id="8" name="矩形"/>
          <p:cNvSpPr/>
          <p:nvPr/>
        </p:nvSpPr>
        <p:spPr>
          <a:xfrm>
            <a:off x="3758399" y="3175882"/>
            <a:ext cx="1433106" cy="2745088"/>
          </a:xfrm>
          <a:prstGeom prst="rect">
            <a:avLst/>
          </a:prstGeom>
          <a:solidFill>
            <a:srgbClr val="7030A0">
              <a:alpha val="9804"/>
            </a:srgbClr>
          </a:solidFill>
          <a:ln w="3175" cap="flat">
            <a:noFill/>
            <a:miter lim="400000"/>
          </a:ln>
          <a:effectLst/>
        </p:spPr>
        <p:txBody>
          <a:bodyPr wrap="square" lIns="39309" tIns="39309" rIns="39309" bIns="39309" numCol="1" anchor="ctr">
            <a:noAutofit/>
          </a:bodyPr>
          <a:lstStyle/>
          <a:p>
            <a:pPr defTabSz="666226"/>
            <a:endParaRPr sz="422">
              <a:solidFill>
                <a:srgbClr val="203864"/>
              </a:solidFill>
              <a:latin typeface="FZLanTingHeiS-R-GB" panose="02000000000000000000" pitchFamily="2" charset="-122"/>
              <a:ea typeface="FZLanTingHeiS-R-GB" panose="02000000000000000000" pitchFamily="2" charset="-122"/>
              <a:cs typeface="Source Han Sans CN" charset="-122"/>
            </a:endParaRPr>
          </a:p>
        </p:txBody>
      </p:sp>
      <p:sp>
        <p:nvSpPr>
          <p:cNvPr id="9" name="Kunpeng…"/>
          <p:cNvSpPr txBox="1"/>
          <p:nvPr/>
        </p:nvSpPr>
        <p:spPr>
          <a:xfrm>
            <a:off x="980576" y="5167822"/>
            <a:ext cx="803185" cy="405147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155616">
              <a:lnSpc>
                <a:spcPct val="120000"/>
              </a:lnSpc>
              <a:defRPr sz="3000"/>
            </a:pPr>
            <a:r>
              <a:rPr lang="en-US" altLang="zh-CN" sz="1055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XXXXX</a:t>
            </a:r>
          </a:p>
        </p:txBody>
      </p:sp>
      <p:sp>
        <p:nvSpPr>
          <p:cNvPr id="10" name="Ascend…"/>
          <p:cNvSpPr txBox="1"/>
          <p:nvPr/>
        </p:nvSpPr>
        <p:spPr>
          <a:xfrm>
            <a:off x="980576" y="4619663"/>
            <a:ext cx="803185" cy="495429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155616">
              <a:defRPr sz="3000">
                <a:gradFill flip="none" rotWithShape="1">
                  <a:gsLst>
                    <a:gs pos="0">
                      <a:srgbClr val="AFC9FF"/>
                    </a:gs>
                    <a:gs pos="100000">
                      <a:srgbClr val="EEF7FF"/>
                    </a:gs>
                  </a:gsLst>
                  <a:lin ang="14275631" scaled="0"/>
                </a:gradFill>
                <a:latin typeface="FZLanTingHeiS-B-GB"/>
                <a:ea typeface="FZLanTingHeiS-B-GB"/>
                <a:cs typeface="FZLanTingHeiS-B-GB"/>
                <a:sym typeface="FZLanTingHeiS-B-GB"/>
              </a:defRPr>
            </a:pPr>
            <a:r>
              <a:rPr lang="en-US" altLang="zh-CN" sz="1055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  <a:sym typeface="PingFang SC Regular"/>
              </a:rPr>
              <a:t>XXXX</a:t>
            </a:r>
          </a:p>
        </p:txBody>
      </p:sp>
      <p:sp>
        <p:nvSpPr>
          <p:cNvPr id="11" name="Innovation contests…"/>
          <p:cNvSpPr txBox="1"/>
          <p:nvPr/>
        </p:nvSpPr>
        <p:spPr>
          <a:xfrm>
            <a:off x="4044909" y="5155405"/>
            <a:ext cx="860086" cy="429980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155616">
              <a:lnSpc>
                <a:spcPct val="120000"/>
              </a:lnSpc>
              <a:defRPr sz="3000"/>
            </a:pPr>
            <a:r>
              <a:rPr lang="en-US" altLang="zh-CN" sz="1055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XXXXXX</a:t>
            </a:r>
          </a:p>
        </p:txBody>
      </p:sp>
      <p:sp>
        <p:nvSpPr>
          <p:cNvPr id="12" name="DevFest…"/>
          <p:cNvSpPr txBox="1"/>
          <p:nvPr/>
        </p:nvSpPr>
        <p:spPr>
          <a:xfrm>
            <a:off x="3886628" y="4619663"/>
            <a:ext cx="1176647" cy="495429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155616">
              <a:lnSpc>
                <a:spcPct val="120000"/>
              </a:lnSpc>
              <a:defRPr sz="3000"/>
            </a:pPr>
            <a:r>
              <a:rPr lang="en-US" altLang="zh-CN" sz="1055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XXXXXX</a:t>
            </a:r>
          </a:p>
        </p:txBody>
      </p:sp>
      <p:sp>
        <p:nvSpPr>
          <p:cNvPr id="13" name="OpenMind Program…"/>
          <p:cNvSpPr txBox="1"/>
          <p:nvPr/>
        </p:nvSpPr>
        <p:spPr>
          <a:xfrm>
            <a:off x="2442537" y="5167822"/>
            <a:ext cx="972045" cy="405147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155616">
              <a:lnSpc>
                <a:spcPct val="120000"/>
              </a:lnSpc>
              <a:defRPr sz="3000"/>
            </a:pPr>
            <a:r>
              <a:rPr lang="en-US" altLang="zh-CN" sz="1055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XXXXX</a:t>
            </a:r>
          </a:p>
        </p:txBody>
      </p:sp>
      <p:sp>
        <p:nvSpPr>
          <p:cNvPr id="14" name="Developer Growth Program…"/>
          <p:cNvSpPr txBox="1"/>
          <p:nvPr/>
        </p:nvSpPr>
        <p:spPr>
          <a:xfrm>
            <a:off x="2273250" y="4619663"/>
            <a:ext cx="1310619" cy="495429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155616">
              <a:lnSpc>
                <a:spcPct val="120000"/>
              </a:lnSpc>
              <a:defRPr sz="3000"/>
            </a:pPr>
            <a:r>
              <a:rPr lang="en-US" altLang="zh-CN" sz="1055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XXXXXXX</a:t>
            </a:r>
          </a:p>
        </p:txBody>
      </p:sp>
      <p:sp>
        <p:nvSpPr>
          <p:cNvPr id="15" name="文本框 31"/>
          <p:cNvSpPr txBox="1"/>
          <p:nvPr/>
        </p:nvSpPr>
        <p:spPr>
          <a:xfrm>
            <a:off x="1117832" y="2281534"/>
            <a:ext cx="1634495" cy="614452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609739">
              <a:lnSpc>
                <a:spcPct val="120000"/>
              </a:lnSpc>
              <a:defRPr sz="2800">
                <a:gradFill flip="none" rotWithShape="1">
                  <a:gsLst>
                    <a:gs pos="0">
                      <a:srgbClr val="01F5F5"/>
                    </a:gs>
                    <a:gs pos="100000">
                      <a:srgbClr val="0066FF"/>
                    </a:gs>
                  </a:gsLst>
                  <a:lin ang="2700000" scaled="0"/>
                </a:gradFill>
              </a:defRPr>
            </a:pPr>
            <a:r>
              <a:rPr lang="en-US" altLang="zh-CN" sz="1758" b="1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  <a:sym typeface="FZLanTingHeiS-B-GB"/>
              </a:rPr>
              <a:t>XXX</a:t>
            </a:r>
            <a:r>
              <a:rPr sz="1231" b="1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  <a:sym typeface="FZLanTingHeiS-B-GB"/>
              </a:rPr>
              <a:t>+ </a:t>
            </a:r>
            <a:r>
              <a:rPr lang="en-US" altLang="zh-CN" sz="1231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  <a:sym typeface="PingFang SC Regular"/>
              </a:rPr>
              <a:t>XXXXXX</a:t>
            </a:r>
          </a:p>
        </p:txBody>
      </p:sp>
      <p:sp>
        <p:nvSpPr>
          <p:cNvPr id="16" name="文本框 31"/>
          <p:cNvSpPr txBox="1"/>
          <p:nvPr/>
        </p:nvSpPr>
        <p:spPr>
          <a:xfrm>
            <a:off x="3141672" y="2281534"/>
            <a:ext cx="1597615" cy="614452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609739">
              <a:lnSpc>
                <a:spcPct val="120000"/>
              </a:lnSpc>
              <a:defRPr sz="2800">
                <a:gradFill flip="none" rotWithShape="1">
                  <a:gsLst>
                    <a:gs pos="0">
                      <a:srgbClr val="01F5F5"/>
                    </a:gs>
                    <a:gs pos="100000">
                      <a:srgbClr val="0066FF"/>
                    </a:gs>
                  </a:gsLst>
                  <a:lin ang="2700000" scaled="0"/>
                </a:gradFill>
              </a:defRPr>
            </a:pPr>
            <a:r>
              <a:rPr lang="en-US" altLang="zh-CN" sz="1758" b="1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  <a:sym typeface="FZLanTingHeiS-B-GB"/>
              </a:rPr>
              <a:t>XXXX</a:t>
            </a:r>
            <a:r>
              <a:rPr sz="1231" b="1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  <a:sym typeface="FZLanTingHeiS-B-GB"/>
              </a:rPr>
              <a:t>+ </a:t>
            </a:r>
            <a:r>
              <a:rPr lang="en-US" altLang="zh-CN" sz="1231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XXXX</a:t>
            </a:r>
          </a:p>
        </p:txBody>
      </p:sp>
      <p:sp>
        <p:nvSpPr>
          <p:cNvPr id="17" name="线条"/>
          <p:cNvSpPr/>
          <p:nvPr/>
        </p:nvSpPr>
        <p:spPr>
          <a:xfrm>
            <a:off x="1241453" y="4097347"/>
            <a:ext cx="281429" cy="0"/>
          </a:xfrm>
          <a:prstGeom prst="line">
            <a:avLst/>
          </a:prstGeom>
          <a:ln w="25400">
            <a:solidFill>
              <a:srgbClr val="7030A0"/>
            </a:solidFill>
            <a:miter lim="400000"/>
          </a:ln>
        </p:spPr>
        <p:txBody>
          <a:bodyPr lIns="25400" tIns="25400" rIns="25400" bIns="25400" anchor="ctr"/>
          <a:lstStyle/>
          <a:p>
            <a:endParaRPr sz="633">
              <a:solidFill>
                <a:srgbClr val="203864"/>
              </a:solidFill>
              <a:latin typeface="FZLanTingHeiS-R-GB" panose="02000000000000000000" pitchFamily="2" charset="-122"/>
              <a:ea typeface="FZLanTingHeiS-R-GB" panose="02000000000000000000" pitchFamily="2" charset="-122"/>
            </a:endParaRPr>
          </a:p>
        </p:txBody>
      </p:sp>
      <p:sp>
        <p:nvSpPr>
          <p:cNvPr id="18" name="Developer communities…"/>
          <p:cNvSpPr txBox="1"/>
          <p:nvPr/>
        </p:nvSpPr>
        <p:spPr>
          <a:xfrm>
            <a:off x="771557" y="3511542"/>
            <a:ext cx="1221223" cy="528730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155616">
              <a:lnSpc>
                <a:spcPct val="120000"/>
              </a:lnSpc>
              <a:defRPr sz="4000">
                <a:gradFill flip="none" rotWithShape="1">
                  <a:gsLst>
                    <a:gs pos="0">
                      <a:srgbClr val="B6EBFF"/>
                    </a:gs>
                    <a:gs pos="100000">
                      <a:srgbClr val="B8B9FF"/>
                    </a:gs>
                  </a:gsLst>
                  <a:lin ang="3600000" scaled="0"/>
                </a:gradFill>
                <a:latin typeface="FZLanTingHeiS-B-GB"/>
                <a:ea typeface="FZLanTingHeiS-B-GB"/>
                <a:cs typeface="FZLanTingHeiS-B-GB"/>
                <a:sym typeface="FZLanTingHeiS-B-GB"/>
              </a:defRPr>
            </a:pPr>
            <a:r>
              <a:rPr lang="en-US" altLang="zh-CN" sz="1406" b="1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XXXXX</a:t>
            </a:r>
          </a:p>
        </p:txBody>
      </p:sp>
      <p:sp>
        <p:nvSpPr>
          <p:cNvPr id="19" name="线条"/>
          <p:cNvSpPr/>
          <p:nvPr/>
        </p:nvSpPr>
        <p:spPr>
          <a:xfrm>
            <a:off x="4334238" y="4097347"/>
            <a:ext cx="281428" cy="0"/>
          </a:xfrm>
          <a:prstGeom prst="line">
            <a:avLst/>
          </a:prstGeom>
          <a:ln w="25400">
            <a:solidFill>
              <a:srgbClr val="7030A0"/>
            </a:solidFill>
            <a:miter lim="400000"/>
          </a:ln>
        </p:spPr>
        <p:txBody>
          <a:bodyPr lIns="25400" tIns="25400" rIns="25400" bIns="25400" anchor="ctr"/>
          <a:lstStyle/>
          <a:p>
            <a:endParaRPr sz="633">
              <a:solidFill>
                <a:srgbClr val="203864"/>
              </a:solidFill>
              <a:latin typeface="FZLanTingHeiS-R-GB" panose="02000000000000000000" pitchFamily="2" charset="-122"/>
              <a:ea typeface="FZLanTingHeiS-R-GB" panose="02000000000000000000" pitchFamily="2" charset="-122"/>
            </a:endParaRPr>
          </a:p>
        </p:txBody>
      </p:sp>
      <p:sp>
        <p:nvSpPr>
          <p:cNvPr id="20" name="线条"/>
          <p:cNvSpPr/>
          <p:nvPr/>
        </p:nvSpPr>
        <p:spPr>
          <a:xfrm>
            <a:off x="2787937" y="4097347"/>
            <a:ext cx="281246" cy="0"/>
          </a:xfrm>
          <a:prstGeom prst="line">
            <a:avLst/>
          </a:prstGeom>
          <a:ln w="25400">
            <a:solidFill>
              <a:srgbClr val="7030A0"/>
            </a:solidFill>
            <a:miter lim="400000"/>
          </a:ln>
        </p:spPr>
        <p:txBody>
          <a:bodyPr lIns="25400" tIns="25400" rIns="25400" bIns="25400" anchor="ctr"/>
          <a:lstStyle/>
          <a:p>
            <a:endParaRPr sz="633">
              <a:solidFill>
                <a:srgbClr val="203864"/>
              </a:solidFill>
              <a:latin typeface="FZLanTingHeiS-R-GB" panose="02000000000000000000" pitchFamily="2" charset="-122"/>
              <a:ea typeface="FZLanTingHeiS-R-GB" panose="02000000000000000000" pitchFamily="2" charset="-122"/>
            </a:endParaRPr>
          </a:p>
        </p:txBody>
      </p:sp>
      <p:sp>
        <p:nvSpPr>
          <p:cNvPr id="21" name="Developer communities…"/>
          <p:cNvSpPr txBox="1"/>
          <p:nvPr/>
        </p:nvSpPr>
        <p:spPr>
          <a:xfrm>
            <a:off x="2315900" y="3512704"/>
            <a:ext cx="1221223" cy="528730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155616">
              <a:lnSpc>
                <a:spcPct val="120000"/>
              </a:lnSpc>
              <a:defRPr sz="4000">
                <a:gradFill flip="none" rotWithShape="1">
                  <a:gsLst>
                    <a:gs pos="0">
                      <a:srgbClr val="B6EBFF"/>
                    </a:gs>
                    <a:gs pos="100000">
                      <a:srgbClr val="B8B9FF"/>
                    </a:gs>
                  </a:gsLst>
                  <a:lin ang="3600000" scaled="0"/>
                </a:gradFill>
                <a:latin typeface="FZLanTingHeiS-B-GB"/>
                <a:ea typeface="FZLanTingHeiS-B-GB"/>
                <a:cs typeface="FZLanTingHeiS-B-GB"/>
                <a:sym typeface="FZLanTingHeiS-B-GB"/>
              </a:defRPr>
            </a:pPr>
            <a:r>
              <a:rPr lang="en-US" altLang="zh-CN" sz="1406" b="1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XXXXX</a:t>
            </a:r>
          </a:p>
        </p:txBody>
      </p:sp>
      <p:sp>
        <p:nvSpPr>
          <p:cNvPr id="22" name="Developer communities…"/>
          <p:cNvSpPr txBox="1"/>
          <p:nvPr/>
        </p:nvSpPr>
        <p:spPr>
          <a:xfrm>
            <a:off x="3864340" y="3513617"/>
            <a:ext cx="1221223" cy="528730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155616">
              <a:lnSpc>
                <a:spcPct val="120000"/>
              </a:lnSpc>
              <a:defRPr sz="4000">
                <a:gradFill flip="none" rotWithShape="1">
                  <a:gsLst>
                    <a:gs pos="0">
                      <a:srgbClr val="B6EBFF"/>
                    </a:gs>
                    <a:gs pos="100000">
                      <a:srgbClr val="B8B9FF"/>
                    </a:gs>
                  </a:gsLst>
                  <a:lin ang="3600000" scaled="0"/>
                </a:gradFill>
                <a:latin typeface="FZLanTingHeiS-B-GB"/>
                <a:ea typeface="FZLanTingHeiS-B-GB"/>
                <a:cs typeface="FZLanTingHeiS-B-GB"/>
                <a:sym typeface="FZLanTingHeiS-B-GB"/>
              </a:defRPr>
            </a:pPr>
            <a:r>
              <a:rPr lang="en-US" altLang="zh-CN" sz="1406" b="1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XXXXX</a:t>
            </a:r>
          </a:p>
        </p:txBody>
      </p:sp>
      <p:sp>
        <p:nvSpPr>
          <p:cNvPr id="24" name="矩形 23"/>
          <p:cNvSpPr/>
          <p:nvPr/>
        </p:nvSpPr>
        <p:spPr>
          <a:xfrm>
            <a:off x="665616" y="1448979"/>
            <a:ext cx="3358612" cy="3628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defTabSz="114312">
              <a:defRPr sz="4500">
                <a:solidFill>
                  <a:srgbClr val="1C2D4E"/>
                </a:solidFill>
                <a:latin typeface="+mn-lt"/>
                <a:ea typeface="+mn-ea"/>
                <a:cs typeface="+mn-cs"/>
                <a:sym typeface="Source Han Sans CN Bold Bold"/>
              </a:defRPr>
            </a:pPr>
            <a:r>
              <a:rPr lang="zh-CN" altLang="en-US" sz="1758" b="1" dirty="0">
                <a:solidFill>
                  <a:srgbClr val="203864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  <a:cs typeface="Source Han Sans CN" charset="-122"/>
              </a:rPr>
              <a:t>一级标题一级标题一级标题</a:t>
            </a:r>
          </a:p>
        </p:txBody>
      </p:sp>
      <p:sp>
        <p:nvSpPr>
          <p:cNvPr id="25" name="矩形"/>
          <p:cNvSpPr/>
          <p:nvPr/>
        </p:nvSpPr>
        <p:spPr>
          <a:xfrm>
            <a:off x="5651730" y="2125209"/>
            <a:ext cx="4525889" cy="927101"/>
          </a:xfrm>
          <a:prstGeom prst="rect">
            <a:avLst/>
          </a:prstGeom>
          <a:solidFill>
            <a:srgbClr val="7030A0">
              <a:alpha val="9804"/>
            </a:srgbClr>
          </a:solidFill>
          <a:ln w="3175" cap="flat">
            <a:noFill/>
            <a:miter lim="400000"/>
          </a:ln>
          <a:effectLst/>
        </p:spPr>
        <p:txBody>
          <a:bodyPr wrap="square" lIns="39309" tIns="39309" rIns="39309" bIns="39309" numCol="1" anchor="ctr">
            <a:noAutofit/>
          </a:bodyPr>
          <a:lstStyle/>
          <a:p>
            <a:pPr defTabSz="666226"/>
            <a:endParaRPr sz="422">
              <a:solidFill>
                <a:srgbClr val="203864"/>
              </a:solidFill>
              <a:latin typeface="FZLanTingHeiS-R-GB" panose="02000000000000000000" pitchFamily="2" charset="-122"/>
              <a:ea typeface="FZLanTingHeiS-R-GB" panose="02000000000000000000" pitchFamily="2" charset="-122"/>
              <a:cs typeface="Source Han Sans CN" charset="-122"/>
            </a:endParaRPr>
          </a:p>
        </p:txBody>
      </p:sp>
      <p:sp>
        <p:nvSpPr>
          <p:cNvPr id="26" name="矩形"/>
          <p:cNvSpPr/>
          <p:nvPr/>
        </p:nvSpPr>
        <p:spPr>
          <a:xfrm>
            <a:off x="5651730" y="3175882"/>
            <a:ext cx="1433106" cy="2745088"/>
          </a:xfrm>
          <a:prstGeom prst="rect">
            <a:avLst/>
          </a:prstGeom>
          <a:solidFill>
            <a:srgbClr val="7030A0">
              <a:alpha val="9804"/>
            </a:srgbClr>
          </a:solidFill>
          <a:ln w="3175" cap="flat">
            <a:noFill/>
            <a:miter lim="400000"/>
          </a:ln>
          <a:effectLst/>
        </p:spPr>
        <p:txBody>
          <a:bodyPr wrap="square" lIns="39309" tIns="39309" rIns="39309" bIns="39309" numCol="1" anchor="ctr">
            <a:noAutofit/>
          </a:bodyPr>
          <a:lstStyle/>
          <a:p>
            <a:pPr defTabSz="666226"/>
            <a:endParaRPr sz="422">
              <a:solidFill>
                <a:srgbClr val="203864"/>
              </a:solidFill>
              <a:latin typeface="FZLanTingHeiS-R-GB" panose="02000000000000000000" pitchFamily="2" charset="-122"/>
              <a:ea typeface="FZLanTingHeiS-R-GB" panose="02000000000000000000" pitchFamily="2" charset="-122"/>
              <a:cs typeface="Source Han Sans CN" charset="-122"/>
            </a:endParaRPr>
          </a:p>
        </p:txBody>
      </p:sp>
      <p:sp>
        <p:nvSpPr>
          <p:cNvPr id="27" name="矩形"/>
          <p:cNvSpPr/>
          <p:nvPr/>
        </p:nvSpPr>
        <p:spPr>
          <a:xfrm>
            <a:off x="7198121" y="3175882"/>
            <a:ext cx="1433106" cy="2745088"/>
          </a:xfrm>
          <a:prstGeom prst="rect">
            <a:avLst/>
          </a:prstGeom>
          <a:solidFill>
            <a:srgbClr val="7030A0">
              <a:alpha val="9804"/>
            </a:srgbClr>
          </a:solidFill>
          <a:ln w="3175" cap="flat">
            <a:noFill/>
            <a:miter lim="400000"/>
          </a:ln>
          <a:effectLst/>
        </p:spPr>
        <p:txBody>
          <a:bodyPr wrap="square" lIns="39309" tIns="39309" rIns="39309" bIns="39309" numCol="1" anchor="ctr">
            <a:noAutofit/>
          </a:bodyPr>
          <a:lstStyle/>
          <a:p>
            <a:pPr defTabSz="666226"/>
            <a:endParaRPr sz="422">
              <a:solidFill>
                <a:srgbClr val="203864"/>
              </a:solidFill>
              <a:latin typeface="FZLanTingHeiS-R-GB" panose="02000000000000000000" pitchFamily="2" charset="-122"/>
              <a:ea typeface="FZLanTingHeiS-R-GB" panose="02000000000000000000" pitchFamily="2" charset="-122"/>
              <a:cs typeface="Source Han Sans CN" charset="-122"/>
            </a:endParaRPr>
          </a:p>
        </p:txBody>
      </p:sp>
      <p:sp>
        <p:nvSpPr>
          <p:cNvPr id="28" name="矩形"/>
          <p:cNvSpPr/>
          <p:nvPr/>
        </p:nvSpPr>
        <p:spPr>
          <a:xfrm>
            <a:off x="8744513" y="3175882"/>
            <a:ext cx="1433106" cy="2745088"/>
          </a:xfrm>
          <a:prstGeom prst="rect">
            <a:avLst/>
          </a:prstGeom>
          <a:solidFill>
            <a:srgbClr val="7030A0">
              <a:alpha val="9804"/>
            </a:srgbClr>
          </a:solidFill>
          <a:ln w="3175" cap="flat">
            <a:noFill/>
            <a:miter lim="400000"/>
          </a:ln>
          <a:effectLst/>
        </p:spPr>
        <p:txBody>
          <a:bodyPr wrap="square" lIns="39309" tIns="39309" rIns="39309" bIns="39309" numCol="1" anchor="ctr">
            <a:noAutofit/>
          </a:bodyPr>
          <a:lstStyle/>
          <a:p>
            <a:pPr defTabSz="666226"/>
            <a:endParaRPr sz="422">
              <a:solidFill>
                <a:srgbClr val="203864"/>
              </a:solidFill>
              <a:latin typeface="FZLanTingHeiS-R-GB" panose="02000000000000000000" pitchFamily="2" charset="-122"/>
              <a:ea typeface="FZLanTingHeiS-R-GB" panose="02000000000000000000" pitchFamily="2" charset="-122"/>
              <a:cs typeface="Source Han Sans CN" charset="-122"/>
            </a:endParaRPr>
          </a:p>
        </p:txBody>
      </p:sp>
      <p:sp>
        <p:nvSpPr>
          <p:cNvPr id="29" name="Kunpeng…"/>
          <p:cNvSpPr txBox="1"/>
          <p:nvPr/>
        </p:nvSpPr>
        <p:spPr>
          <a:xfrm>
            <a:off x="5966691" y="5167822"/>
            <a:ext cx="803185" cy="405147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155616">
              <a:lnSpc>
                <a:spcPct val="120000"/>
              </a:lnSpc>
              <a:defRPr sz="3000"/>
            </a:pPr>
            <a:r>
              <a:rPr lang="en-US" altLang="zh-CN" sz="1055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XXXXX</a:t>
            </a:r>
          </a:p>
        </p:txBody>
      </p:sp>
      <p:sp>
        <p:nvSpPr>
          <p:cNvPr id="30" name="Ascend…"/>
          <p:cNvSpPr txBox="1"/>
          <p:nvPr/>
        </p:nvSpPr>
        <p:spPr>
          <a:xfrm>
            <a:off x="5966691" y="4619663"/>
            <a:ext cx="803185" cy="495429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155616">
              <a:defRPr sz="3000">
                <a:gradFill flip="none" rotWithShape="1">
                  <a:gsLst>
                    <a:gs pos="0">
                      <a:srgbClr val="AFC9FF"/>
                    </a:gs>
                    <a:gs pos="100000">
                      <a:srgbClr val="EEF7FF"/>
                    </a:gs>
                  </a:gsLst>
                  <a:lin ang="14275631" scaled="0"/>
                </a:gradFill>
                <a:latin typeface="FZLanTingHeiS-B-GB"/>
                <a:ea typeface="FZLanTingHeiS-B-GB"/>
                <a:cs typeface="FZLanTingHeiS-B-GB"/>
                <a:sym typeface="FZLanTingHeiS-B-GB"/>
              </a:defRPr>
            </a:pPr>
            <a:r>
              <a:rPr lang="en-US" altLang="zh-CN" sz="1055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  <a:sym typeface="PingFang SC Regular"/>
              </a:rPr>
              <a:t>XXXX</a:t>
            </a:r>
          </a:p>
        </p:txBody>
      </p:sp>
      <p:sp>
        <p:nvSpPr>
          <p:cNvPr id="31" name="Innovation contests…"/>
          <p:cNvSpPr txBox="1"/>
          <p:nvPr/>
        </p:nvSpPr>
        <p:spPr>
          <a:xfrm>
            <a:off x="9031023" y="5155405"/>
            <a:ext cx="860086" cy="429980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155616">
              <a:lnSpc>
                <a:spcPct val="120000"/>
              </a:lnSpc>
              <a:defRPr sz="3000"/>
            </a:pPr>
            <a:r>
              <a:rPr lang="en-US" altLang="zh-CN" sz="1055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XXXXXX</a:t>
            </a:r>
          </a:p>
        </p:txBody>
      </p:sp>
      <p:sp>
        <p:nvSpPr>
          <p:cNvPr id="32" name="DevFest…"/>
          <p:cNvSpPr txBox="1"/>
          <p:nvPr/>
        </p:nvSpPr>
        <p:spPr>
          <a:xfrm>
            <a:off x="8872742" y="4619663"/>
            <a:ext cx="1176647" cy="495429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155616">
              <a:lnSpc>
                <a:spcPct val="120000"/>
              </a:lnSpc>
              <a:defRPr sz="3000"/>
            </a:pPr>
            <a:r>
              <a:rPr lang="en-US" altLang="zh-CN" sz="1055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XXXXXX</a:t>
            </a:r>
          </a:p>
        </p:txBody>
      </p:sp>
      <p:sp>
        <p:nvSpPr>
          <p:cNvPr id="33" name="OpenMind Program…"/>
          <p:cNvSpPr txBox="1"/>
          <p:nvPr/>
        </p:nvSpPr>
        <p:spPr>
          <a:xfrm>
            <a:off x="7428651" y="5167822"/>
            <a:ext cx="972045" cy="405147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155616">
              <a:lnSpc>
                <a:spcPct val="120000"/>
              </a:lnSpc>
              <a:defRPr sz="3000"/>
            </a:pPr>
            <a:r>
              <a:rPr lang="en-US" altLang="zh-CN" sz="1055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XXXXX</a:t>
            </a:r>
          </a:p>
        </p:txBody>
      </p:sp>
      <p:sp>
        <p:nvSpPr>
          <p:cNvPr id="34" name="Developer Growth Program…"/>
          <p:cNvSpPr txBox="1"/>
          <p:nvPr/>
        </p:nvSpPr>
        <p:spPr>
          <a:xfrm>
            <a:off x="7259364" y="4619663"/>
            <a:ext cx="1310619" cy="495429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155616">
              <a:lnSpc>
                <a:spcPct val="120000"/>
              </a:lnSpc>
              <a:defRPr sz="3000"/>
            </a:pPr>
            <a:r>
              <a:rPr lang="en-US" altLang="zh-CN" sz="1055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XXXXXXX</a:t>
            </a:r>
          </a:p>
        </p:txBody>
      </p:sp>
      <p:sp>
        <p:nvSpPr>
          <p:cNvPr id="35" name="文本框 31"/>
          <p:cNvSpPr txBox="1"/>
          <p:nvPr/>
        </p:nvSpPr>
        <p:spPr>
          <a:xfrm>
            <a:off x="6103947" y="2281534"/>
            <a:ext cx="1634495" cy="614452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609739">
              <a:lnSpc>
                <a:spcPct val="120000"/>
              </a:lnSpc>
              <a:defRPr sz="2800">
                <a:gradFill flip="none" rotWithShape="1">
                  <a:gsLst>
                    <a:gs pos="0">
                      <a:srgbClr val="01F5F5"/>
                    </a:gs>
                    <a:gs pos="100000">
                      <a:srgbClr val="0066FF"/>
                    </a:gs>
                  </a:gsLst>
                  <a:lin ang="2700000" scaled="0"/>
                </a:gradFill>
              </a:defRPr>
            </a:pPr>
            <a:r>
              <a:rPr lang="en-US" altLang="zh-CN" sz="1758" b="1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  <a:sym typeface="FZLanTingHeiS-B-GB"/>
              </a:rPr>
              <a:t>XXX</a:t>
            </a:r>
            <a:r>
              <a:rPr sz="1231" b="1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  <a:sym typeface="FZLanTingHeiS-B-GB"/>
              </a:rPr>
              <a:t>+ </a:t>
            </a:r>
            <a:r>
              <a:rPr lang="en-US" altLang="zh-CN" sz="1231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  <a:sym typeface="PingFang SC Regular"/>
              </a:rPr>
              <a:t>XXXXXX</a:t>
            </a:r>
          </a:p>
        </p:txBody>
      </p:sp>
      <p:sp>
        <p:nvSpPr>
          <p:cNvPr id="36" name="文本框 31"/>
          <p:cNvSpPr txBox="1"/>
          <p:nvPr/>
        </p:nvSpPr>
        <p:spPr>
          <a:xfrm>
            <a:off x="8127787" y="2281534"/>
            <a:ext cx="1597615" cy="614452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609739">
              <a:lnSpc>
                <a:spcPct val="120000"/>
              </a:lnSpc>
              <a:defRPr sz="2800">
                <a:gradFill flip="none" rotWithShape="1">
                  <a:gsLst>
                    <a:gs pos="0">
                      <a:srgbClr val="01F5F5"/>
                    </a:gs>
                    <a:gs pos="100000">
                      <a:srgbClr val="0066FF"/>
                    </a:gs>
                  </a:gsLst>
                  <a:lin ang="2700000" scaled="0"/>
                </a:gradFill>
              </a:defRPr>
            </a:pPr>
            <a:r>
              <a:rPr lang="en-US" altLang="zh-CN" sz="1758" b="1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  <a:sym typeface="FZLanTingHeiS-B-GB"/>
              </a:rPr>
              <a:t>XXXX</a:t>
            </a:r>
            <a:r>
              <a:rPr sz="1231" b="1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  <a:sym typeface="FZLanTingHeiS-B-GB"/>
              </a:rPr>
              <a:t>+ </a:t>
            </a:r>
            <a:r>
              <a:rPr lang="en-US" altLang="zh-CN" sz="1231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XXXX</a:t>
            </a:r>
          </a:p>
        </p:txBody>
      </p:sp>
      <p:sp>
        <p:nvSpPr>
          <p:cNvPr id="37" name="线条"/>
          <p:cNvSpPr/>
          <p:nvPr/>
        </p:nvSpPr>
        <p:spPr>
          <a:xfrm>
            <a:off x="6227567" y="4097347"/>
            <a:ext cx="281429" cy="0"/>
          </a:xfrm>
          <a:prstGeom prst="line">
            <a:avLst/>
          </a:prstGeom>
          <a:ln w="25400">
            <a:solidFill>
              <a:srgbClr val="7030A0"/>
            </a:solidFill>
            <a:miter lim="400000"/>
          </a:ln>
        </p:spPr>
        <p:txBody>
          <a:bodyPr lIns="25400" tIns="25400" rIns="25400" bIns="25400" anchor="ctr"/>
          <a:lstStyle/>
          <a:p>
            <a:endParaRPr sz="633">
              <a:solidFill>
                <a:srgbClr val="203864"/>
              </a:solidFill>
              <a:latin typeface="FZLanTingHeiS-R-GB" panose="02000000000000000000" pitchFamily="2" charset="-122"/>
              <a:ea typeface="FZLanTingHeiS-R-GB" panose="02000000000000000000" pitchFamily="2" charset="-122"/>
            </a:endParaRPr>
          </a:p>
        </p:txBody>
      </p:sp>
      <p:sp>
        <p:nvSpPr>
          <p:cNvPr id="38" name="Developer communities…"/>
          <p:cNvSpPr txBox="1"/>
          <p:nvPr/>
        </p:nvSpPr>
        <p:spPr>
          <a:xfrm>
            <a:off x="5757671" y="3511542"/>
            <a:ext cx="1221223" cy="528730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155616">
              <a:lnSpc>
                <a:spcPct val="120000"/>
              </a:lnSpc>
              <a:defRPr sz="4000">
                <a:gradFill flip="none" rotWithShape="1">
                  <a:gsLst>
                    <a:gs pos="0">
                      <a:srgbClr val="B6EBFF"/>
                    </a:gs>
                    <a:gs pos="100000">
                      <a:srgbClr val="B8B9FF"/>
                    </a:gs>
                  </a:gsLst>
                  <a:lin ang="3600000" scaled="0"/>
                </a:gradFill>
                <a:latin typeface="FZLanTingHeiS-B-GB"/>
                <a:ea typeface="FZLanTingHeiS-B-GB"/>
                <a:cs typeface="FZLanTingHeiS-B-GB"/>
                <a:sym typeface="FZLanTingHeiS-B-GB"/>
              </a:defRPr>
            </a:pPr>
            <a:r>
              <a:rPr lang="en-US" altLang="zh-CN" sz="1406" b="1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XXXXX</a:t>
            </a:r>
          </a:p>
        </p:txBody>
      </p:sp>
      <p:sp>
        <p:nvSpPr>
          <p:cNvPr id="39" name="线条"/>
          <p:cNvSpPr/>
          <p:nvPr/>
        </p:nvSpPr>
        <p:spPr>
          <a:xfrm>
            <a:off x="9320352" y="4097347"/>
            <a:ext cx="281428" cy="0"/>
          </a:xfrm>
          <a:prstGeom prst="line">
            <a:avLst/>
          </a:prstGeom>
          <a:ln w="25400">
            <a:solidFill>
              <a:srgbClr val="7030A0"/>
            </a:solidFill>
            <a:miter lim="400000"/>
          </a:ln>
        </p:spPr>
        <p:txBody>
          <a:bodyPr lIns="25400" tIns="25400" rIns="25400" bIns="25400" anchor="ctr"/>
          <a:lstStyle/>
          <a:p>
            <a:endParaRPr sz="633">
              <a:solidFill>
                <a:srgbClr val="203864"/>
              </a:solidFill>
              <a:latin typeface="FZLanTingHeiS-R-GB" panose="02000000000000000000" pitchFamily="2" charset="-122"/>
              <a:ea typeface="FZLanTingHeiS-R-GB" panose="02000000000000000000" pitchFamily="2" charset="-122"/>
            </a:endParaRPr>
          </a:p>
        </p:txBody>
      </p:sp>
      <p:sp>
        <p:nvSpPr>
          <p:cNvPr id="40" name="线条"/>
          <p:cNvSpPr/>
          <p:nvPr/>
        </p:nvSpPr>
        <p:spPr>
          <a:xfrm>
            <a:off x="7774052" y="4097347"/>
            <a:ext cx="281246" cy="0"/>
          </a:xfrm>
          <a:prstGeom prst="line">
            <a:avLst/>
          </a:prstGeom>
          <a:ln w="25400">
            <a:solidFill>
              <a:srgbClr val="7030A0"/>
            </a:solidFill>
            <a:miter lim="400000"/>
          </a:ln>
        </p:spPr>
        <p:txBody>
          <a:bodyPr lIns="25400" tIns="25400" rIns="25400" bIns="25400" anchor="ctr"/>
          <a:lstStyle/>
          <a:p>
            <a:endParaRPr sz="633">
              <a:solidFill>
                <a:srgbClr val="203864"/>
              </a:solidFill>
              <a:latin typeface="FZLanTingHeiS-R-GB" panose="02000000000000000000" pitchFamily="2" charset="-122"/>
              <a:ea typeface="FZLanTingHeiS-R-GB" panose="02000000000000000000" pitchFamily="2" charset="-122"/>
            </a:endParaRPr>
          </a:p>
        </p:txBody>
      </p:sp>
      <p:sp>
        <p:nvSpPr>
          <p:cNvPr id="41" name="Developer communities…"/>
          <p:cNvSpPr txBox="1"/>
          <p:nvPr/>
        </p:nvSpPr>
        <p:spPr>
          <a:xfrm>
            <a:off x="7302014" y="3512704"/>
            <a:ext cx="1221223" cy="528730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155616">
              <a:lnSpc>
                <a:spcPct val="120000"/>
              </a:lnSpc>
              <a:defRPr sz="4000">
                <a:gradFill flip="none" rotWithShape="1">
                  <a:gsLst>
                    <a:gs pos="0">
                      <a:srgbClr val="B6EBFF"/>
                    </a:gs>
                    <a:gs pos="100000">
                      <a:srgbClr val="B8B9FF"/>
                    </a:gs>
                  </a:gsLst>
                  <a:lin ang="3600000" scaled="0"/>
                </a:gradFill>
                <a:latin typeface="FZLanTingHeiS-B-GB"/>
                <a:ea typeface="FZLanTingHeiS-B-GB"/>
                <a:cs typeface="FZLanTingHeiS-B-GB"/>
                <a:sym typeface="FZLanTingHeiS-B-GB"/>
              </a:defRPr>
            </a:pPr>
            <a:r>
              <a:rPr lang="en-US" altLang="zh-CN" sz="1406" b="1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XXXXX</a:t>
            </a:r>
          </a:p>
        </p:txBody>
      </p:sp>
      <p:sp>
        <p:nvSpPr>
          <p:cNvPr id="42" name="Developer communities…"/>
          <p:cNvSpPr txBox="1"/>
          <p:nvPr/>
        </p:nvSpPr>
        <p:spPr>
          <a:xfrm>
            <a:off x="8850454" y="3513617"/>
            <a:ext cx="1221223" cy="528730"/>
          </a:xfrm>
          <a:prstGeom prst="rect">
            <a:avLst/>
          </a:prstGeom>
          <a:ln w="3175">
            <a:miter lim="400000"/>
          </a:ln>
        </p:spPr>
        <p:txBody>
          <a:bodyPr lIns="12501" tIns="12501" rIns="12501" bIns="12501" anchor="ctr"/>
          <a:lstStyle/>
          <a:p>
            <a:pPr defTabSz="155616">
              <a:lnSpc>
                <a:spcPct val="120000"/>
              </a:lnSpc>
              <a:defRPr sz="4000">
                <a:gradFill flip="none" rotWithShape="1">
                  <a:gsLst>
                    <a:gs pos="0">
                      <a:srgbClr val="B6EBFF"/>
                    </a:gs>
                    <a:gs pos="100000">
                      <a:srgbClr val="B8B9FF"/>
                    </a:gs>
                  </a:gsLst>
                  <a:lin ang="3600000" scaled="0"/>
                </a:gradFill>
                <a:latin typeface="FZLanTingHeiS-B-GB"/>
                <a:ea typeface="FZLanTingHeiS-B-GB"/>
                <a:cs typeface="FZLanTingHeiS-B-GB"/>
                <a:sym typeface="FZLanTingHeiS-B-GB"/>
              </a:defRPr>
            </a:pPr>
            <a:r>
              <a:rPr lang="en-US" altLang="zh-CN" sz="1406" b="1" dirty="0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rPr>
              <a:t>XXXXX</a:t>
            </a:r>
          </a:p>
        </p:txBody>
      </p:sp>
      <p:sp>
        <p:nvSpPr>
          <p:cNvPr id="43" name="矩形 42"/>
          <p:cNvSpPr/>
          <p:nvPr/>
        </p:nvSpPr>
        <p:spPr>
          <a:xfrm>
            <a:off x="5651730" y="1448979"/>
            <a:ext cx="3358612" cy="3628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defTabSz="114312">
              <a:defRPr sz="4500">
                <a:solidFill>
                  <a:srgbClr val="1C2D4E"/>
                </a:solidFill>
                <a:latin typeface="+mn-lt"/>
                <a:ea typeface="+mn-ea"/>
                <a:cs typeface="+mn-cs"/>
                <a:sym typeface="Source Han Sans CN Bold Bold"/>
              </a:defRPr>
            </a:pPr>
            <a:r>
              <a:rPr lang="zh-CN" altLang="en-US" sz="1758" b="1" dirty="0">
                <a:solidFill>
                  <a:srgbClr val="203864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  <a:cs typeface="Source Han Sans CN" charset="-122"/>
              </a:rPr>
              <a:t>一级标题一级标题一级标题</a:t>
            </a:r>
          </a:p>
        </p:txBody>
      </p:sp>
      <p:sp>
        <p:nvSpPr>
          <p:cNvPr id="45" name="用算力跨越空间"/>
          <p:cNvSpPr txBox="1"/>
          <p:nvPr/>
        </p:nvSpPr>
        <p:spPr>
          <a:xfrm>
            <a:off x="665616" y="752780"/>
            <a:ext cx="8597390" cy="403940"/>
          </a:xfrm>
          <a:prstGeom prst="rect">
            <a:avLst/>
          </a:prstGeom>
          <a:ln w="12700">
            <a:miter lim="400000"/>
          </a:ln>
        </p:spPr>
        <p:txBody>
          <a:bodyPr lIns="12501" tIns="12501" rIns="12501" bIns="12501">
            <a:spAutoFit/>
          </a:bodyPr>
          <a:lstStyle/>
          <a:p>
            <a:pPr defTabSz="609739">
              <a:defRPr sz="6000">
                <a:solidFill>
                  <a:srgbClr val="1C2D4E"/>
                </a:solidFill>
                <a:latin typeface="+mn-lt"/>
                <a:ea typeface="+mn-ea"/>
                <a:cs typeface="+mn-cs"/>
                <a:sym typeface="Source Han Sans CN Bold Bold"/>
              </a:defRPr>
            </a:pPr>
            <a:r>
              <a:rPr lang="zh-CN" altLang="en-US" sz="2461" b="1" dirty="0">
                <a:solidFill>
                  <a:srgbClr val="203864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  <a:cs typeface="Source Han Sans CN" charset="-122"/>
                <a:sym typeface="Source Han Sans CN Bold Bold"/>
              </a:rPr>
              <a:t>页内标题页内标题页内标题页内标题页内标题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5004726-A1F6-A848-B92A-A555270BBA22}"/>
              </a:ext>
            </a:extLst>
          </p:cNvPr>
          <p:cNvSpPr/>
          <p:nvPr/>
        </p:nvSpPr>
        <p:spPr>
          <a:xfrm>
            <a:off x="10665178" y="-3098"/>
            <a:ext cx="1431572" cy="443933"/>
          </a:xfrm>
          <a:prstGeom prst="rect">
            <a:avLst/>
          </a:prstGeom>
          <a:solidFill>
            <a:schemeClr val="accent4"/>
          </a:solidFill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3229" tIns="13229" rIns="13229" bIns="13229" numCol="1" spcCol="38100" rtlCol="0" anchor="ctr">
            <a:noAutofit/>
          </a:bodyPr>
          <a:lstStyle/>
          <a:p>
            <a:pPr algn="ctr" defTabSz="215005" hangingPunct="0"/>
            <a:r>
              <a:rPr lang="zh-CN" altLang="en-US" sz="1406" dirty="0">
                <a:solidFill>
                  <a:srgbClr val="0253CF"/>
                </a:solidFill>
              </a:rPr>
              <a:t>参考页</a:t>
            </a:r>
            <a:endParaRPr lang="zh-CN" altLang="en-US" sz="1406" dirty="0">
              <a:solidFill>
                <a:srgbClr val="0253CF"/>
              </a:solidFill>
              <a:sym typeface="FZLanTingHeiS-R-GB"/>
            </a:endParaRPr>
          </a:p>
        </p:txBody>
      </p:sp>
    </p:spTree>
    <p:extLst>
      <p:ext uri="{BB962C8B-B14F-4D97-AF65-F5344CB8AC3E}">
        <p14:creationId xmlns:p14="http://schemas.microsoft.com/office/powerpoint/2010/main" val="1435165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BC414CD-AEFE-284F-84A5-8AB2D2EEE55D}"/>
              </a:ext>
            </a:extLst>
          </p:cNvPr>
          <p:cNvGrpSpPr/>
          <p:nvPr/>
        </p:nvGrpSpPr>
        <p:grpSpPr>
          <a:xfrm>
            <a:off x="1339999" y="1448979"/>
            <a:ext cx="9512003" cy="4471991"/>
            <a:chOff x="1153175" y="1448979"/>
            <a:chExt cx="9512003" cy="4471991"/>
          </a:xfrm>
        </p:grpSpPr>
        <p:sp>
          <p:nvSpPr>
            <p:cNvPr id="5" name="矩形"/>
            <p:cNvSpPr/>
            <p:nvPr/>
          </p:nvSpPr>
          <p:spPr>
            <a:xfrm>
              <a:off x="1153175" y="2125209"/>
              <a:ext cx="4525889" cy="927101"/>
            </a:xfrm>
            <a:prstGeom prst="rect">
              <a:avLst/>
            </a:prstGeom>
            <a:solidFill>
              <a:srgbClr val="7030A0">
                <a:alpha val="9804"/>
              </a:srgbClr>
            </a:solidFill>
            <a:ln w="3175" cap="flat">
              <a:noFill/>
              <a:miter lim="400000"/>
            </a:ln>
            <a:effectLst/>
          </p:spPr>
          <p:txBody>
            <a:bodyPr wrap="square" lIns="39309" tIns="39309" rIns="39309" bIns="39309" numCol="1" anchor="ctr">
              <a:noAutofit/>
            </a:bodyPr>
            <a:lstStyle/>
            <a:p>
              <a:pPr defTabSz="666226"/>
              <a:endParaRPr sz="422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endParaRPr>
            </a:p>
          </p:txBody>
        </p:sp>
        <p:sp>
          <p:nvSpPr>
            <p:cNvPr id="6" name="矩形"/>
            <p:cNvSpPr/>
            <p:nvPr/>
          </p:nvSpPr>
          <p:spPr>
            <a:xfrm>
              <a:off x="1153175" y="3175882"/>
              <a:ext cx="1433106" cy="2745088"/>
            </a:xfrm>
            <a:prstGeom prst="rect">
              <a:avLst/>
            </a:prstGeom>
            <a:solidFill>
              <a:srgbClr val="7030A0">
                <a:alpha val="9804"/>
              </a:srgbClr>
            </a:solidFill>
            <a:ln w="3175" cap="flat">
              <a:noFill/>
              <a:miter lim="400000"/>
            </a:ln>
            <a:effectLst/>
          </p:spPr>
          <p:txBody>
            <a:bodyPr wrap="square" lIns="39309" tIns="39309" rIns="39309" bIns="39309" numCol="1" anchor="ctr">
              <a:noAutofit/>
            </a:bodyPr>
            <a:lstStyle/>
            <a:p>
              <a:pPr defTabSz="666226"/>
              <a:endParaRPr sz="422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endParaRPr>
            </a:p>
          </p:txBody>
        </p:sp>
        <p:sp>
          <p:nvSpPr>
            <p:cNvPr id="7" name="矩形"/>
            <p:cNvSpPr/>
            <p:nvPr/>
          </p:nvSpPr>
          <p:spPr>
            <a:xfrm>
              <a:off x="2699566" y="3175882"/>
              <a:ext cx="1433106" cy="2745088"/>
            </a:xfrm>
            <a:prstGeom prst="rect">
              <a:avLst/>
            </a:prstGeom>
            <a:solidFill>
              <a:srgbClr val="7030A0">
                <a:alpha val="9804"/>
              </a:srgbClr>
            </a:solidFill>
            <a:ln w="3175" cap="flat">
              <a:noFill/>
              <a:miter lim="400000"/>
            </a:ln>
            <a:effectLst/>
          </p:spPr>
          <p:txBody>
            <a:bodyPr wrap="square" lIns="39309" tIns="39309" rIns="39309" bIns="39309" numCol="1" anchor="ctr">
              <a:noAutofit/>
            </a:bodyPr>
            <a:lstStyle/>
            <a:p>
              <a:pPr defTabSz="666226"/>
              <a:endParaRPr sz="422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endParaRPr>
            </a:p>
          </p:txBody>
        </p:sp>
        <p:sp>
          <p:nvSpPr>
            <p:cNvPr id="8" name="矩形"/>
            <p:cNvSpPr/>
            <p:nvPr/>
          </p:nvSpPr>
          <p:spPr>
            <a:xfrm>
              <a:off x="4245958" y="3175882"/>
              <a:ext cx="1433106" cy="2745088"/>
            </a:xfrm>
            <a:prstGeom prst="rect">
              <a:avLst/>
            </a:prstGeom>
            <a:solidFill>
              <a:srgbClr val="7030A0">
                <a:alpha val="9804"/>
              </a:srgbClr>
            </a:solidFill>
            <a:ln w="3175" cap="flat">
              <a:noFill/>
              <a:miter lim="400000"/>
            </a:ln>
            <a:effectLst/>
          </p:spPr>
          <p:txBody>
            <a:bodyPr wrap="square" lIns="39309" tIns="39309" rIns="39309" bIns="39309" numCol="1" anchor="ctr">
              <a:noAutofit/>
            </a:bodyPr>
            <a:lstStyle/>
            <a:p>
              <a:pPr defTabSz="666226"/>
              <a:endParaRPr sz="422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endParaRPr>
            </a:p>
          </p:txBody>
        </p:sp>
        <p:sp>
          <p:nvSpPr>
            <p:cNvPr id="9" name="Kunpeng…"/>
            <p:cNvSpPr txBox="1"/>
            <p:nvPr/>
          </p:nvSpPr>
          <p:spPr>
            <a:xfrm>
              <a:off x="1468135" y="5167822"/>
              <a:ext cx="803185" cy="405147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155616">
                <a:lnSpc>
                  <a:spcPct val="120000"/>
                </a:lnSpc>
                <a:defRPr sz="3000"/>
              </a:pPr>
              <a:r>
                <a:rPr lang="en-US" altLang="zh-CN" sz="1055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</a:rPr>
                <a:t>XXXXX</a:t>
              </a:r>
            </a:p>
          </p:txBody>
        </p:sp>
        <p:sp>
          <p:nvSpPr>
            <p:cNvPr id="10" name="Ascend…"/>
            <p:cNvSpPr txBox="1"/>
            <p:nvPr/>
          </p:nvSpPr>
          <p:spPr>
            <a:xfrm>
              <a:off x="1468135" y="4619663"/>
              <a:ext cx="803185" cy="495429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155616">
                <a:defRPr sz="3000">
                  <a:gradFill flip="none" rotWithShape="1">
                    <a:gsLst>
                      <a:gs pos="0">
                        <a:srgbClr val="AFC9FF"/>
                      </a:gs>
                      <a:gs pos="100000">
                        <a:srgbClr val="EEF7FF"/>
                      </a:gs>
                    </a:gsLst>
                    <a:lin ang="14275631" scaled="0"/>
                  </a:gradFill>
                  <a:latin typeface="FZLanTingHeiS-B-GB"/>
                  <a:ea typeface="FZLanTingHeiS-B-GB"/>
                  <a:cs typeface="FZLanTingHeiS-B-GB"/>
                  <a:sym typeface="FZLanTingHeiS-B-GB"/>
                </a:defRPr>
              </a:pPr>
              <a:r>
                <a:rPr lang="en-US" altLang="zh-CN" sz="1055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  <a:sym typeface="PingFang SC Regular"/>
                </a:rPr>
                <a:t>XXXX</a:t>
              </a:r>
            </a:p>
          </p:txBody>
        </p:sp>
        <p:sp>
          <p:nvSpPr>
            <p:cNvPr id="11" name="Innovation contests…"/>
            <p:cNvSpPr txBox="1"/>
            <p:nvPr/>
          </p:nvSpPr>
          <p:spPr>
            <a:xfrm>
              <a:off x="4532468" y="5155405"/>
              <a:ext cx="860086" cy="429980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155616">
                <a:lnSpc>
                  <a:spcPct val="120000"/>
                </a:lnSpc>
                <a:defRPr sz="3000"/>
              </a:pPr>
              <a:r>
                <a:rPr lang="en-US" altLang="zh-CN" sz="1055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</a:rPr>
                <a:t>XXXXXX</a:t>
              </a:r>
            </a:p>
          </p:txBody>
        </p:sp>
        <p:sp>
          <p:nvSpPr>
            <p:cNvPr id="12" name="DevFest…"/>
            <p:cNvSpPr txBox="1"/>
            <p:nvPr/>
          </p:nvSpPr>
          <p:spPr>
            <a:xfrm>
              <a:off x="4374187" y="4619663"/>
              <a:ext cx="1176647" cy="495429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155616">
                <a:lnSpc>
                  <a:spcPct val="120000"/>
                </a:lnSpc>
                <a:defRPr sz="3000"/>
              </a:pPr>
              <a:r>
                <a:rPr lang="en-US" altLang="zh-CN" sz="1055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</a:rPr>
                <a:t>XXXXXX</a:t>
              </a:r>
            </a:p>
          </p:txBody>
        </p:sp>
        <p:sp>
          <p:nvSpPr>
            <p:cNvPr id="13" name="OpenMind Program…"/>
            <p:cNvSpPr txBox="1"/>
            <p:nvPr/>
          </p:nvSpPr>
          <p:spPr>
            <a:xfrm>
              <a:off x="2930096" y="5167822"/>
              <a:ext cx="972045" cy="405147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155616">
                <a:lnSpc>
                  <a:spcPct val="120000"/>
                </a:lnSpc>
                <a:defRPr sz="3000"/>
              </a:pPr>
              <a:r>
                <a:rPr lang="en-US" altLang="zh-CN" sz="1055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</a:rPr>
                <a:t>XXXXX</a:t>
              </a:r>
            </a:p>
          </p:txBody>
        </p:sp>
        <p:sp>
          <p:nvSpPr>
            <p:cNvPr id="14" name="Developer Growth Program…"/>
            <p:cNvSpPr txBox="1"/>
            <p:nvPr/>
          </p:nvSpPr>
          <p:spPr>
            <a:xfrm>
              <a:off x="2760809" y="4619663"/>
              <a:ext cx="1310619" cy="495429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155616">
                <a:lnSpc>
                  <a:spcPct val="120000"/>
                </a:lnSpc>
                <a:defRPr sz="3000"/>
              </a:pPr>
              <a:r>
                <a:rPr lang="en-US" altLang="zh-CN" sz="1055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</a:rPr>
                <a:t>XXXXXXX</a:t>
              </a:r>
            </a:p>
          </p:txBody>
        </p:sp>
        <p:sp>
          <p:nvSpPr>
            <p:cNvPr id="15" name="文本框 31"/>
            <p:cNvSpPr txBox="1"/>
            <p:nvPr/>
          </p:nvSpPr>
          <p:spPr>
            <a:xfrm>
              <a:off x="1605391" y="2281534"/>
              <a:ext cx="1634495" cy="614452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609739">
                <a:lnSpc>
                  <a:spcPct val="120000"/>
                </a:lnSpc>
                <a:defRPr sz="2800">
                  <a:gradFill flip="none" rotWithShape="1">
                    <a:gsLst>
                      <a:gs pos="0">
                        <a:srgbClr val="01F5F5"/>
                      </a:gs>
                      <a:gs pos="100000">
                        <a:srgbClr val="0066FF"/>
                      </a:gs>
                    </a:gsLst>
                    <a:lin ang="2700000" scaled="0"/>
                  </a:gradFill>
                </a:defRPr>
              </a:pPr>
              <a:r>
                <a:rPr lang="en-US" altLang="zh-CN" sz="1758" b="1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  <a:sym typeface="FZLanTingHeiS-B-GB"/>
                </a:rPr>
                <a:t>XXX</a:t>
              </a:r>
              <a:r>
                <a:rPr sz="1231" b="1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  <a:sym typeface="FZLanTingHeiS-B-GB"/>
                </a:rPr>
                <a:t>+ </a:t>
              </a:r>
              <a:r>
                <a:rPr lang="en-US" altLang="zh-CN" sz="1231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  <a:sym typeface="PingFang SC Regular"/>
                </a:rPr>
                <a:t>XXXXXX</a:t>
              </a:r>
            </a:p>
          </p:txBody>
        </p:sp>
        <p:sp>
          <p:nvSpPr>
            <p:cNvPr id="16" name="文本框 31"/>
            <p:cNvSpPr txBox="1"/>
            <p:nvPr/>
          </p:nvSpPr>
          <p:spPr>
            <a:xfrm>
              <a:off x="3629231" y="2281534"/>
              <a:ext cx="1597615" cy="614452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609739">
                <a:lnSpc>
                  <a:spcPct val="120000"/>
                </a:lnSpc>
                <a:defRPr sz="2800">
                  <a:gradFill flip="none" rotWithShape="1">
                    <a:gsLst>
                      <a:gs pos="0">
                        <a:srgbClr val="01F5F5"/>
                      </a:gs>
                      <a:gs pos="100000">
                        <a:srgbClr val="0066FF"/>
                      </a:gs>
                    </a:gsLst>
                    <a:lin ang="2700000" scaled="0"/>
                  </a:gradFill>
                </a:defRPr>
              </a:pPr>
              <a:r>
                <a:rPr lang="en-US" altLang="zh-CN" sz="1758" b="1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  <a:sym typeface="FZLanTingHeiS-B-GB"/>
                </a:rPr>
                <a:t>XXXX</a:t>
              </a:r>
              <a:r>
                <a:rPr sz="1231" b="1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  <a:sym typeface="FZLanTingHeiS-B-GB"/>
                </a:rPr>
                <a:t>+ </a:t>
              </a:r>
              <a:r>
                <a:rPr lang="en-US" altLang="zh-CN" sz="1231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</a:rPr>
                <a:t>XXXX</a:t>
              </a:r>
            </a:p>
          </p:txBody>
        </p:sp>
        <p:sp>
          <p:nvSpPr>
            <p:cNvPr id="17" name="线条"/>
            <p:cNvSpPr/>
            <p:nvPr/>
          </p:nvSpPr>
          <p:spPr>
            <a:xfrm>
              <a:off x="1729012" y="4097347"/>
              <a:ext cx="281429" cy="0"/>
            </a:xfrm>
            <a:prstGeom prst="line">
              <a:avLst/>
            </a:prstGeom>
            <a:ln w="25400">
              <a:solidFill>
                <a:srgbClr val="7030A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633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18" name="Developer communities…"/>
            <p:cNvSpPr txBox="1"/>
            <p:nvPr/>
          </p:nvSpPr>
          <p:spPr>
            <a:xfrm>
              <a:off x="1259116" y="3511542"/>
              <a:ext cx="1221223" cy="528730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155616">
                <a:lnSpc>
                  <a:spcPct val="120000"/>
                </a:lnSpc>
                <a:defRPr sz="4000">
                  <a:gradFill flip="none" rotWithShape="1">
                    <a:gsLst>
                      <a:gs pos="0">
                        <a:srgbClr val="B6EBFF"/>
                      </a:gs>
                      <a:gs pos="100000">
                        <a:srgbClr val="B8B9FF"/>
                      </a:gs>
                    </a:gsLst>
                    <a:lin ang="3600000" scaled="0"/>
                  </a:gradFill>
                  <a:latin typeface="FZLanTingHeiS-B-GB"/>
                  <a:ea typeface="FZLanTingHeiS-B-GB"/>
                  <a:cs typeface="FZLanTingHeiS-B-GB"/>
                  <a:sym typeface="FZLanTingHeiS-B-GB"/>
                </a:defRPr>
              </a:pPr>
              <a:r>
                <a:rPr lang="en-US" altLang="zh-CN" sz="1406" b="1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</a:rPr>
                <a:t>XXXXX</a:t>
              </a:r>
            </a:p>
          </p:txBody>
        </p:sp>
        <p:sp>
          <p:nvSpPr>
            <p:cNvPr id="19" name="线条"/>
            <p:cNvSpPr/>
            <p:nvPr/>
          </p:nvSpPr>
          <p:spPr>
            <a:xfrm>
              <a:off x="4821797" y="4097347"/>
              <a:ext cx="281428" cy="0"/>
            </a:xfrm>
            <a:prstGeom prst="line">
              <a:avLst/>
            </a:prstGeom>
            <a:ln w="25400">
              <a:solidFill>
                <a:srgbClr val="7030A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633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20" name="线条"/>
            <p:cNvSpPr/>
            <p:nvPr/>
          </p:nvSpPr>
          <p:spPr>
            <a:xfrm>
              <a:off x="3275496" y="4097347"/>
              <a:ext cx="281246" cy="0"/>
            </a:xfrm>
            <a:prstGeom prst="line">
              <a:avLst/>
            </a:prstGeom>
            <a:ln w="25400">
              <a:solidFill>
                <a:srgbClr val="7030A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633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21" name="Developer communities…"/>
            <p:cNvSpPr txBox="1"/>
            <p:nvPr/>
          </p:nvSpPr>
          <p:spPr>
            <a:xfrm>
              <a:off x="2803459" y="3512704"/>
              <a:ext cx="1221223" cy="528730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155616">
                <a:lnSpc>
                  <a:spcPct val="120000"/>
                </a:lnSpc>
                <a:defRPr sz="4000">
                  <a:gradFill flip="none" rotWithShape="1">
                    <a:gsLst>
                      <a:gs pos="0">
                        <a:srgbClr val="B6EBFF"/>
                      </a:gs>
                      <a:gs pos="100000">
                        <a:srgbClr val="B8B9FF"/>
                      </a:gs>
                    </a:gsLst>
                    <a:lin ang="3600000" scaled="0"/>
                  </a:gradFill>
                  <a:latin typeface="FZLanTingHeiS-B-GB"/>
                  <a:ea typeface="FZLanTingHeiS-B-GB"/>
                  <a:cs typeface="FZLanTingHeiS-B-GB"/>
                  <a:sym typeface="FZLanTingHeiS-B-GB"/>
                </a:defRPr>
              </a:pPr>
              <a:r>
                <a:rPr lang="en-US" altLang="zh-CN" sz="1406" b="1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</a:rPr>
                <a:t>XXXXX</a:t>
              </a:r>
            </a:p>
          </p:txBody>
        </p:sp>
        <p:sp>
          <p:nvSpPr>
            <p:cNvPr id="22" name="Developer communities…"/>
            <p:cNvSpPr txBox="1"/>
            <p:nvPr/>
          </p:nvSpPr>
          <p:spPr>
            <a:xfrm>
              <a:off x="4351899" y="3513617"/>
              <a:ext cx="1221223" cy="528730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155616">
                <a:lnSpc>
                  <a:spcPct val="120000"/>
                </a:lnSpc>
                <a:defRPr sz="4000">
                  <a:gradFill flip="none" rotWithShape="1">
                    <a:gsLst>
                      <a:gs pos="0">
                        <a:srgbClr val="B6EBFF"/>
                      </a:gs>
                      <a:gs pos="100000">
                        <a:srgbClr val="B8B9FF"/>
                      </a:gs>
                    </a:gsLst>
                    <a:lin ang="3600000" scaled="0"/>
                  </a:gradFill>
                  <a:latin typeface="FZLanTingHeiS-B-GB"/>
                  <a:ea typeface="FZLanTingHeiS-B-GB"/>
                  <a:cs typeface="FZLanTingHeiS-B-GB"/>
                  <a:sym typeface="FZLanTingHeiS-B-GB"/>
                </a:defRPr>
              </a:pPr>
              <a:r>
                <a:rPr lang="en-US" altLang="zh-CN" sz="1406" b="1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</a:rPr>
                <a:t>XXXXX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1596190" y="1448979"/>
              <a:ext cx="3358612" cy="36285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1" defTabSz="114312">
                <a:defRPr sz="4500">
                  <a:solidFill>
                    <a:srgbClr val="1C2D4E"/>
                  </a:solidFill>
                  <a:latin typeface="+mn-lt"/>
                  <a:ea typeface="+mn-ea"/>
                  <a:cs typeface="+mn-cs"/>
                  <a:sym typeface="Source Han Sans CN Bold Bold"/>
                </a:defRPr>
              </a:pPr>
              <a:r>
                <a:rPr lang="zh-CN" altLang="en-US" sz="1758" b="1" dirty="0">
                  <a:solidFill>
                    <a:srgbClr val="203864"/>
                  </a:solidFill>
                  <a:latin typeface="FZLanTingHeiS-DB-GB" panose="02000000000000000000" pitchFamily="2" charset="-122"/>
                  <a:ea typeface="FZLanTingHeiS-DB-GB" panose="02000000000000000000" pitchFamily="2" charset="-122"/>
                  <a:cs typeface="Source Han Sans CN" charset="-122"/>
                </a:rPr>
                <a:t>一级标题一级标题一级标题</a:t>
              </a:r>
            </a:p>
          </p:txBody>
        </p:sp>
        <p:sp>
          <p:nvSpPr>
            <p:cNvPr id="25" name="矩形"/>
            <p:cNvSpPr/>
            <p:nvPr/>
          </p:nvSpPr>
          <p:spPr>
            <a:xfrm>
              <a:off x="6139289" y="2125209"/>
              <a:ext cx="4525889" cy="927101"/>
            </a:xfrm>
            <a:prstGeom prst="rect">
              <a:avLst/>
            </a:prstGeom>
            <a:solidFill>
              <a:srgbClr val="7030A0">
                <a:alpha val="9804"/>
              </a:srgbClr>
            </a:solidFill>
            <a:ln w="3175" cap="flat">
              <a:noFill/>
              <a:miter lim="400000"/>
            </a:ln>
            <a:effectLst/>
          </p:spPr>
          <p:txBody>
            <a:bodyPr wrap="square" lIns="39309" tIns="39309" rIns="39309" bIns="39309" numCol="1" anchor="ctr">
              <a:noAutofit/>
            </a:bodyPr>
            <a:lstStyle/>
            <a:p>
              <a:pPr defTabSz="666226"/>
              <a:endParaRPr sz="422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endParaRPr>
            </a:p>
          </p:txBody>
        </p:sp>
        <p:sp>
          <p:nvSpPr>
            <p:cNvPr id="26" name="矩形"/>
            <p:cNvSpPr/>
            <p:nvPr/>
          </p:nvSpPr>
          <p:spPr>
            <a:xfrm>
              <a:off x="6139289" y="3175882"/>
              <a:ext cx="1433106" cy="2745088"/>
            </a:xfrm>
            <a:prstGeom prst="rect">
              <a:avLst/>
            </a:prstGeom>
            <a:solidFill>
              <a:srgbClr val="7030A0">
                <a:alpha val="9804"/>
              </a:srgbClr>
            </a:solidFill>
            <a:ln w="3175" cap="flat">
              <a:noFill/>
              <a:miter lim="400000"/>
            </a:ln>
            <a:effectLst/>
          </p:spPr>
          <p:txBody>
            <a:bodyPr wrap="square" lIns="39309" tIns="39309" rIns="39309" bIns="39309" numCol="1" anchor="ctr">
              <a:noAutofit/>
            </a:bodyPr>
            <a:lstStyle/>
            <a:p>
              <a:pPr defTabSz="666226"/>
              <a:endParaRPr sz="422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endParaRPr>
            </a:p>
          </p:txBody>
        </p:sp>
        <p:sp>
          <p:nvSpPr>
            <p:cNvPr id="27" name="矩形"/>
            <p:cNvSpPr/>
            <p:nvPr/>
          </p:nvSpPr>
          <p:spPr>
            <a:xfrm>
              <a:off x="7685680" y="3175882"/>
              <a:ext cx="1433106" cy="2745088"/>
            </a:xfrm>
            <a:prstGeom prst="rect">
              <a:avLst/>
            </a:prstGeom>
            <a:solidFill>
              <a:srgbClr val="7030A0">
                <a:alpha val="9804"/>
              </a:srgbClr>
            </a:solidFill>
            <a:ln w="3175" cap="flat">
              <a:noFill/>
              <a:miter lim="400000"/>
            </a:ln>
            <a:effectLst/>
          </p:spPr>
          <p:txBody>
            <a:bodyPr wrap="square" lIns="39309" tIns="39309" rIns="39309" bIns="39309" numCol="1" anchor="ctr">
              <a:noAutofit/>
            </a:bodyPr>
            <a:lstStyle/>
            <a:p>
              <a:pPr defTabSz="666226"/>
              <a:endParaRPr sz="422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endParaRPr>
            </a:p>
          </p:txBody>
        </p:sp>
        <p:sp>
          <p:nvSpPr>
            <p:cNvPr id="28" name="矩形"/>
            <p:cNvSpPr/>
            <p:nvPr/>
          </p:nvSpPr>
          <p:spPr>
            <a:xfrm>
              <a:off x="9232072" y="3175882"/>
              <a:ext cx="1433106" cy="2745088"/>
            </a:xfrm>
            <a:prstGeom prst="rect">
              <a:avLst/>
            </a:prstGeom>
            <a:solidFill>
              <a:srgbClr val="7030A0">
                <a:alpha val="9804"/>
              </a:srgbClr>
            </a:solidFill>
            <a:ln w="3175" cap="flat">
              <a:noFill/>
              <a:miter lim="400000"/>
            </a:ln>
            <a:effectLst/>
          </p:spPr>
          <p:txBody>
            <a:bodyPr wrap="square" lIns="39309" tIns="39309" rIns="39309" bIns="39309" numCol="1" anchor="ctr">
              <a:noAutofit/>
            </a:bodyPr>
            <a:lstStyle/>
            <a:p>
              <a:pPr defTabSz="666226"/>
              <a:endParaRPr sz="422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  <a:cs typeface="Source Han Sans CN" charset="-122"/>
              </a:endParaRPr>
            </a:p>
          </p:txBody>
        </p:sp>
        <p:sp>
          <p:nvSpPr>
            <p:cNvPr id="29" name="Kunpeng…"/>
            <p:cNvSpPr txBox="1"/>
            <p:nvPr/>
          </p:nvSpPr>
          <p:spPr>
            <a:xfrm>
              <a:off x="6454250" y="5167822"/>
              <a:ext cx="803185" cy="405147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155616">
                <a:lnSpc>
                  <a:spcPct val="120000"/>
                </a:lnSpc>
                <a:defRPr sz="3000"/>
              </a:pPr>
              <a:r>
                <a:rPr lang="en-US" altLang="zh-CN" sz="1055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</a:rPr>
                <a:t>XXXXX</a:t>
              </a:r>
            </a:p>
          </p:txBody>
        </p:sp>
        <p:sp>
          <p:nvSpPr>
            <p:cNvPr id="30" name="Ascend…"/>
            <p:cNvSpPr txBox="1"/>
            <p:nvPr/>
          </p:nvSpPr>
          <p:spPr>
            <a:xfrm>
              <a:off x="6454250" y="4619663"/>
              <a:ext cx="803185" cy="495429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155616">
                <a:defRPr sz="3000">
                  <a:gradFill flip="none" rotWithShape="1">
                    <a:gsLst>
                      <a:gs pos="0">
                        <a:srgbClr val="AFC9FF"/>
                      </a:gs>
                      <a:gs pos="100000">
                        <a:srgbClr val="EEF7FF"/>
                      </a:gs>
                    </a:gsLst>
                    <a:lin ang="14275631" scaled="0"/>
                  </a:gradFill>
                  <a:latin typeface="FZLanTingHeiS-B-GB"/>
                  <a:ea typeface="FZLanTingHeiS-B-GB"/>
                  <a:cs typeface="FZLanTingHeiS-B-GB"/>
                  <a:sym typeface="FZLanTingHeiS-B-GB"/>
                </a:defRPr>
              </a:pPr>
              <a:r>
                <a:rPr lang="en-US" altLang="zh-CN" sz="1055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  <a:sym typeface="PingFang SC Regular"/>
                </a:rPr>
                <a:t>XXXX</a:t>
              </a:r>
            </a:p>
          </p:txBody>
        </p:sp>
        <p:sp>
          <p:nvSpPr>
            <p:cNvPr id="31" name="Innovation contests…"/>
            <p:cNvSpPr txBox="1"/>
            <p:nvPr/>
          </p:nvSpPr>
          <p:spPr>
            <a:xfrm>
              <a:off x="9518582" y="5155405"/>
              <a:ext cx="860086" cy="429980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155616">
                <a:lnSpc>
                  <a:spcPct val="120000"/>
                </a:lnSpc>
                <a:defRPr sz="3000"/>
              </a:pPr>
              <a:r>
                <a:rPr lang="en-US" altLang="zh-CN" sz="1055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</a:rPr>
                <a:t>XXXXXX</a:t>
              </a:r>
            </a:p>
          </p:txBody>
        </p:sp>
        <p:sp>
          <p:nvSpPr>
            <p:cNvPr id="32" name="DevFest…"/>
            <p:cNvSpPr txBox="1"/>
            <p:nvPr/>
          </p:nvSpPr>
          <p:spPr>
            <a:xfrm>
              <a:off x="9360301" y="4619663"/>
              <a:ext cx="1176647" cy="495429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155616">
                <a:lnSpc>
                  <a:spcPct val="120000"/>
                </a:lnSpc>
                <a:defRPr sz="3000"/>
              </a:pPr>
              <a:r>
                <a:rPr lang="en-US" altLang="zh-CN" sz="1055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</a:rPr>
                <a:t>XXXXXX</a:t>
              </a:r>
            </a:p>
          </p:txBody>
        </p:sp>
        <p:sp>
          <p:nvSpPr>
            <p:cNvPr id="33" name="OpenMind Program…"/>
            <p:cNvSpPr txBox="1"/>
            <p:nvPr/>
          </p:nvSpPr>
          <p:spPr>
            <a:xfrm>
              <a:off x="7916210" y="5167822"/>
              <a:ext cx="972045" cy="405147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155616">
                <a:lnSpc>
                  <a:spcPct val="120000"/>
                </a:lnSpc>
                <a:defRPr sz="3000"/>
              </a:pPr>
              <a:r>
                <a:rPr lang="en-US" altLang="zh-CN" sz="1055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</a:rPr>
                <a:t>XXXXX</a:t>
              </a:r>
            </a:p>
          </p:txBody>
        </p:sp>
        <p:sp>
          <p:nvSpPr>
            <p:cNvPr id="34" name="Developer Growth Program…"/>
            <p:cNvSpPr txBox="1"/>
            <p:nvPr/>
          </p:nvSpPr>
          <p:spPr>
            <a:xfrm>
              <a:off x="7746923" y="4619663"/>
              <a:ext cx="1310619" cy="495429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155616">
                <a:lnSpc>
                  <a:spcPct val="120000"/>
                </a:lnSpc>
                <a:defRPr sz="3000"/>
              </a:pPr>
              <a:r>
                <a:rPr lang="en-US" altLang="zh-CN" sz="1055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</a:rPr>
                <a:t>XXXXXXX</a:t>
              </a:r>
            </a:p>
          </p:txBody>
        </p:sp>
        <p:sp>
          <p:nvSpPr>
            <p:cNvPr id="35" name="文本框 31"/>
            <p:cNvSpPr txBox="1"/>
            <p:nvPr/>
          </p:nvSpPr>
          <p:spPr>
            <a:xfrm>
              <a:off x="6591506" y="2281534"/>
              <a:ext cx="1634495" cy="614452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609739">
                <a:lnSpc>
                  <a:spcPct val="120000"/>
                </a:lnSpc>
                <a:defRPr sz="2800">
                  <a:gradFill flip="none" rotWithShape="1">
                    <a:gsLst>
                      <a:gs pos="0">
                        <a:srgbClr val="01F5F5"/>
                      </a:gs>
                      <a:gs pos="100000">
                        <a:srgbClr val="0066FF"/>
                      </a:gs>
                    </a:gsLst>
                    <a:lin ang="2700000" scaled="0"/>
                  </a:gradFill>
                </a:defRPr>
              </a:pPr>
              <a:r>
                <a:rPr lang="en-US" altLang="zh-CN" sz="1758" b="1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  <a:sym typeface="FZLanTingHeiS-B-GB"/>
                </a:rPr>
                <a:t>XXX</a:t>
              </a:r>
              <a:r>
                <a:rPr sz="1231" b="1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  <a:sym typeface="FZLanTingHeiS-B-GB"/>
                </a:rPr>
                <a:t>+ </a:t>
              </a:r>
              <a:r>
                <a:rPr lang="en-US" altLang="zh-CN" sz="1231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  <a:sym typeface="PingFang SC Regular"/>
                </a:rPr>
                <a:t>XXXXXX</a:t>
              </a:r>
            </a:p>
          </p:txBody>
        </p:sp>
        <p:sp>
          <p:nvSpPr>
            <p:cNvPr id="36" name="文本框 31"/>
            <p:cNvSpPr txBox="1"/>
            <p:nvPr/>
          </p:nvSpPr>
          <p:spPr>
            <a:xfrm>
              <a:off x="8615346" y="2281534"/>
              <a:ext cx="1597615" cy="614452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609739">
                <a:lnSpc>
                  <a:spcPct val="120000"/>
                </a:lnSpc>
                <a:defRPr sz="2800">
                  <a:gradFill flip="none" rotWithShape="1">
                    <a:gsLst>
                      <a:gs pos="0">
                        <a:srgbClr val="01F5F5"/>
                      </a:gs>
                      <a:gs pos="100000">
                        <a:srgbClr val="0066FF"/>
                      </a:gs>
                    </a:gsLst>
                    <a:lin ang="2700000" scaled="0"/>
                  </a:gradFill>
                </a:defRPr>
              </a:pPr>
              <a:r>
                <a:rPr lang="en-US" altLang="zh-CN" sz="1758" b="1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  <a:sym typeface="FZLanTingHeiS-B-GB"/>
                </a:rPr>
                <a:t>XXXX</a:t>
              </a:r>
              <a:r>
                <a:rPr sz="1231" b="1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  <a:sym typeface="FZLanTingHeiS-B-GB"/>
                </a:rPr>
                <a:t>+ </a:t>
              </a:r>
              <a:r>
                <a:rPr lang="en-US" altLang="zh-CN" sz="1231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</a:rPr>
                <a:t>XXXX</a:t>
              </a:r>
            </a:p>
          </p:txBody>
        </p:sp>
        <p:sp>
          <p:nvSpPr>
            <p:cNvPr id="37" name="线条"/>
            <p:cNvSpPr/>
            <p:nvPr/>
          </p:nvSpPr>
          <p:spPr>
            <a:xfrm>
              <a:off x="6715126" y="4097347"/>
              <a:ext cx="281429" cy="0"/>
            </a:xfrm>
            <a:prstGeom prst="line">
              <a:avLst/>
            </a:prstGeom>
            <a:ln w="25400">
              <a:solidFill>
                <a:srgbClr val="7030A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633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38" name="Developer communities…"/>
            <p:cNvSpPr txBox="1"/>
            <p:nvPr/>
          </p:nvSpPr>
          <p:spPr>
            <a:xfrm>
              <a:off x="6245230" y="3511542"/>
              <a:ext cx="1221223" cy="528730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155616">
                <a:lnSpc>
                  <a:spcPct val="120000"/>
                </a:lnSpc>
                <a:defRPr sz="4000">
                  <a:gradFill flip="none" rotWithShape="1">
                    <a:gsLst>
                      <a:gs pos="0">
                        <a:srgbClr val="B6EBFF"/>
                      </a:gs>
                      <a:gs pos="100000">
                        <a:srgbClr val="B8B9FF"/>
                      </a:gs>
                    </a:gsLst>
                    <a:lin ang="3600000" scaled="0"/>
                  </a:gradFill>
                  <a:latin typeface="FZLanTingHeiS-B-GB"/>
                  <a:ea typeface="FZLanTingHeiS-B-GB"/>
                  <a:cs typeface="FZLanTingHeiS-B-GB"/>
                  <a:sym typeface="FZLanTingHeiS-B-GB"/>
                </a:defRPr>
              </a:pPr>
              <a:r>
                <a:rPr lang="en-US" altLang="zh-CN" sz="1406" b="1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</a:rPr>
                <a:t>XXXXX</a:t>
              </a:r>
            </a:p>
          </p:txBody>
        </p:sp>
        <p:sp>
          <p:nvSpPr>
            <p:cNvPr id="39" name="线条"/>
            <p:cNvSpPr/>
            <p:nvPr/>
          </p:nvSpPr>
          <p:spPr>
            <a:xfrm>
              <a:off x="9807911" y="4097347"/>
              <a:ext cx="281428" cy="0"/>
            </a:xfrm>
            <a:prstGeom prst="line">
              <a:avLst/>
            </a:prstGeom>
            <a:ln w="25400">
              <a:solidFill>
                <a:srgbClr val="7030A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633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40" name="线条"/>
            <p:cNvSpPr/>
            <p:nvPr/>
          </p:nvSpPr>
          <p:spPr>
            <a:xfrm>
              <a:off x="8261611" y="4097347"/>
              <a:ext cx="281246" cy="0"/>
            </a:xfrm>
            <a:prstGeom prst="line">
              <a:avLst/>
            </a:prstGeom>
            <a:ln w="25400">
              <a:solidFill>
                <a:srgbClr val="7030A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633">
                <a:solidFill>
                  <a:srgbClr val="203864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endParaRPr>
            </a:p>
          </p:txBody>
        </p:sp>
        <p:sp>
          <p:nvSpPr>
            <p:cNvPr id="41" name="Developer communities…"/>
            <p:cNvSpPr txBox="1"/>
            <p:nvPr/>
          </p:nvSpPr>
          <p:spPr>
            <a:xfrm>
              <a:off x="7789573" y="3512704"/>
              <a:ext cx="1221223" cy="528730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155616">
                <a:lnSpc>
                  <a:spcPct val="120000"/>
                </a:lnSpc>
                <a:defRPr sz="4000">
                  <a:gradFill flip="none" rotWithShape="1">
                    <a:gsLst>
                      <a:gs pos="0">
                        <a:srgbClr val="B6EBFF"/>
                      </a:gs>
                      <a:gs pos="100000">
                        <a:srgbClr val="B8B9FF"/>
                      </a:gs>
                    </a:gsLst>
                    <a:lin ang="3600000" scaled="0"/>
                  </a:gradFill>
                  <a:latin typeface="FZLanTingHeiS-B-GB"/>
                  <a:ea typeface="FZLanTingHeiS-B-GB"/>
                  <a:cs typeface="FZLanTingHeiS-B-GB"/>
                  <a:sym typeface="FZLanTingHeiS-B-GB"/>
                </a:defRPr>
              </a:pPr>
              <a:r>
                <a:rPr lang="en-US" altLang="zh-CN" sz="1406" b="1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</a:rPr>
                <a:t>XXXXX</a:t>
              </a:r>
            </a:p>
          </p:txBody>
        </p:sp>
        <p:sp>
          <p:nvSpPr>
            <p:cNvPr id="42" name="Developer communities…"/>
            <p:cNvSpPr txBox="1"/>
            <p:nvPr/>
          </p:nvSpPr>
          <p:spPr>
            <a:xfrm>
              <a:off x="9338013" y="3513617"/>
              <a:ext cx="1221223" cy="528730"/>
            </a:xfrm>
            <a:prstGeom prst="rect">
              <a:avLst/>
            </a:prstGeom>
            <a:ln w="3175">
              <a:miter lim="400000"/>
            </a:ln>
          </p:spPr>
          <p:txBody>
            <a:bodyPr lIns="12501" tIns="12501" rIns="12501" bIns="12501" anchor="ctr"/>
            <a:lstStyle/>
            <a:p>
              <a:pPr defTabSz="155616">
                <a:lnSpc>
                  <a:spcPct val="120000"/>
                </a:lnSpc>
                <a:defRPr sz="4000">
                  <a:gradFill flip="none" rotWithShape="1">
                    <a:gsLst>
                      <a:gs pos="0">
                        <a:srgbClr val="B6EBFF"/>
                      </a:gs>
                      <a:gs pos="100000">
                        <a:srgbClr val="B8B9FF"/>
                      </a:gs>
                    </a:gsLst>
                    <a:lin ang="3600000" scaled="0"/>
                  </a:gradFill>
                  <a:latin typeface="FZLanTingHeiS-B-GB"/>
                  <a:ea typeface="FZLanTingHeiS-B-GB"/>
                  <a:cs typeface="FZLanTingHeiS-B-GB"/>
                  <a:sym typeface="FZLanTingHeiS-B-GB"/>
                </a:defRPr>
              </a:pPr>
              <a:r>
                <a:rPr lang="en-US" altLang="zh-CN" sz="1406" b="1" dirty="0">
                  <a:solidFill>
                    <a:srgbClr val="203864"/>
                  </a:solidFill>
                  <a:latin typeface="FZLanTingHeiS-R-GB" panose="02000000000000000000" pitchFamily="2" charset="-122"/>
                  <a:ea typeface="FZLanTingHeiS-R-GB" panose="02000000000000000000" pitchFamily="2" charset="-122"/>
                  <a:cs typeface="Source Han Sans CN" charset="-122"/>
                </a:rPr>
                <a:t>XXXXX</a:t>
              </a:r>
            </a:p>
          </p:txBody>
        </p:sp>
        <p:sp>
          <p:nvSpPr>
            <p:cNvPr id="43" name="矩形 42"/>
            <p:cNvSpPr/>
            <p:nvPr/>
          </p:nvSpPr>
          <p:spPr>
            <a:xfrm>
              <a:off x="6546695" y="1448979"/>
              <a:ext cx="3358612" cy="36285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1" defTabSz="114312">
                <a:defRPr sz="4500">
                  <a:solidFill>
                    <a:srgbClr val="1C2D4E"/>
                  </a:solidFill>
                  <a:latin typeface="+mn-lt"/>
                  <a:ea typeface="+mn-ea"/>
                  <a:cs typeface="+mn-cs"/>
                  <a:sym typeface="Source Han Sans CN Bold Bold"/>
                </a:defRPr>
              </a:pPr>
              <a:r>
                <a:rPr lang="zh-CN" altLang="en-US" sz="1758" b="1" dirty="0">
                  <a:solidFill>
                    <a:srgbClr val="203864"/>
                  </a:solidFill>
                  <a:latin typeface="FZLanTingHeiS-DB-GB" panose="02000000000000000000" pitchFamily="2" charset="-122"/>
                  <a:ea typeface="FZLanTingHeiS-DB-GB" panose="02000000000000000000" pitchFamily="2" charset="-122"/>
                  <a:cs typeface="Source Han Sans CN" charset="-122"/>
                </a:rPr>
                <a:t>一级标题一级标题一级标题</a:t>
              </a:r>
            </a:p>
          </p:txBody>
        </p:sp>
      </p:grpSp>
      <p:sp>
        <p:nvSpPr>
          <p:cNvPr id="45" name="用算力跨越空间"/>
          <p:cNvSpPr txBox="1"/>
          <p:nvPr/>
        </p:nvSpPr>
        <p:spPr>
          <a:xfrm>
            <a:off x="1797305" y="752780"/>
            <a:ext cx="8597390" cy="403940"/>
          </a:xfrm>
          <a:prstGeom prst="rect">
            <a:avLst/>
          </a:prstGeom>
          <a:ln w="12700">
            <a:miter lim="400000"/>
          </a:ln>
        </p:spPr>
        <p:txBody>
          <a:bodyPr lIns="12501" tIns="12501" rIns="12501" bIns="12501">
            <a:spAutoFit/>
          </a:bodyPr>
          <a:lstStyle/>
          <a:p>
            <a:pPr algn="ctr" defTabSz="609739">
              <a:defRPr sz="6000">
                <a:solidFill>
                  <a:srgbClr val="1C2D4E"/>
                </a:solidFill>
                <a:latin typeface="+mn-lt"/>
                <a:ea typeface="+mn-ea"/>
                <a:cs typeface="+mn-cs"/>
                <a:sym typeface="Source Han Sans CN Bold Bold"/>
              </a:defRPr>
            </a:pPr>
            <a:r>
              <a:rPr lang="zh-CN" altLang="en-US" sz="2461" b="1" dirty="0">
                <a:solidFill>
                  <a:srgbClr val="203864"/>
                </a:solidFill>
                <a:latin typeface="FZLanTingHeiS-DB-GB" panose="02000000000000000000" pitchFamily="2" charset="-122"/>
                <a:ea typeface="FZLanTingHeiS-DB-GB" panose="02000000000000000000" pitchFamily="2" charset="-122"/>
                <a:cs typeface="Source Han Sans CN" charset="-122"/>
                <a:sym typeface="Source Han Sans CN Bold Bold"/>
              </a:rPr>
              <a:t>页内标题页内标题页内标题页内标题页内标题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5004726-A1F6-A848-B92A-A555270BBA22}"/>
              </a:ext>
            </a:extLst>
          </p:cNvPr>
          <p:cNvSpPr/>
          <p:nvPr/>
        </p:nvSpPr>
        <p:spPr>
          <a:xfrm>
            <a:off x="10665178" y="-3098"/>
            <a:ext cx="1431572" cy="443933"/>
          </a:xfrm>
          <a:prstGeom prst="rect">
            <a:avLst/>
          </a:prstGeom>
          <a:solidFill>
            <a:schemeClr val="accent4"/>
          </a:solidFill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3229" tIns="13229" rIns="13229" bIns="13229" numCol="1" spcCol="38100" rtlCol="0" anchor="ctr">
            <a:noAutofit/>
          </a:bodyPr>
          <a:lstStyle/>
          <a:p>
            <a:pPr algn="ctr" defTabSz="215005" hangingPunct="0"/>
            <a:r>
              <a:rPr lang="zh-CN" altLang="en-US" sz="1406" dirty="0">
                <a:solidFill>
                  <a:srgbClr val="0253CF"/>
                </a:solidFill>
              </a:rPr>
              <a:t>参考页</a:t>
            </a:r>
            <a:endParaRPr lang="zh-CN" altLang="en-US" sz="1406" dirty="0">
              <a:solidFill>
                <a:srgbClr val="0253CF"/>
              </a:solidFill>
              <a:sym typeface="FZLanTingHeiS-R-GB"/>
            </a:endParaRPr>
          </a:p>
        </p:txBody>
      </p:sp>
    </p:spTree>
    <p:extLst>
      <p:ext uri="{BB962C8B-B14F-4D97-AF65-F5344CB8AC3E}">
        <p14:creationId xmlns:p14="http://schemas.microsoft.com/office/powerpoint/2010/main" val="3190097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F60EA5-FE84-0579-598F-8839C5D19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6557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488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DE54B1-7AFD-D74F-9E61-164CA0C020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336959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主题​​">
  <a:themeElements>
    <a:clrScheme name="203864">
      <a:dk1>
        <a:srgbClr val="203864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477</TotalTime>
  <Words>285</Words>
  <Application>Microsoft Office PowerPoint</Application>
  <PresentationFormat>宽屏</PresentationFormat>
  <Paragraphs>138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FZLanTingHeiS-B-GB</vt:lpstr>
      <vt:lpstr>FZLanTingHeiS-DB-GB</vt:lpstr>
      <vt:lpstr>FZLanTingHeiS-R-GB</vt:lpstr>
      <vt:lpstr>等线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宋锋伟swx953720</dc:creator>
  <cp:lastModifiedBy>wujiacong (C)</cp:lastModifiedBy>
  <cp:revision>28</cp:revision>
  <dcterms:created xsi:type="dcterms:W3CDTF">2025-07-23T02:22:15Z</dcterms:created>
  <dcterms:modified xsi:type="dcterms:W3CDTF">2026-06-17T02:30:21Z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